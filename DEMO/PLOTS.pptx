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76" r:id="rId2"/>
    <p:sldId id="269" r:id="rId3"/>
    <p:sldId id="260" r:id="rId4"/>
    <p:sldId id="277" r:id="rId5"/>
    <p:sldId id="278" r:id="rId6"/>
    <p:sldId id="279" r:id="rId7"/>
    <p:sldId id="281" r:id="rId8"/>
    <p:sldId id="280" r:id="rId9"/>
    <p:sldId id="282" r:id="rId10"/>
    <p:sldId id="283" r:id="rId11"/>
    <p:sldId id="284" r:id="rId12"/>
    <p:sldId id="285" r:id="rId13"/>
    <p:sldId id="270" r:id="rId14"/>
    <p:sldId id="266" r:id="rId15"/>
    <p:sldId id="271" r:id="rId16"/>
    <p:sldId id="267" r:id="rId17"/>
    <p:sldId id="262" r:id="rId18"/>
    <p:sldId id="275" r:id="rId19"/>
    <p:sldId id="261" r:id="rId20"/>
    <p:sldId id="264" r:id="rId21"/>
    <p:sldId id="273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7FC"/>
    <a:srgbClr val="E3F2D9"/>
    <a:srgbClr val="DAE3F5"/>
    <a:srgbClr val="91ACE0"/>
    <a:srgbClr val="E7E6E6"/>
    <a:srgbClr val="B6C7EA"/>
    <a:srgbClr val="FF13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BF6DE6-9DB6-4640-BE9D-E3F3693F9C6A}" v="189" dt="2024-07-30T15:18:32.9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85" autoAdjust="0"/>
    <p:restoredTop sz="86849" autoAdjust="0"/>
  </p:normalViewPr>
  <p:slideViewPr>
    <p:cSldViewPr snapToGrid="0">
      <p:cViewPr varScale="1">
        <p:scale>
          <a:sx n="96" d="100"/>
          <a:sy n="96" d="100"/>
        </p:scale>
        <p:origin x="9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#CUI SHUAIWEN#" userId="35a196ea-bcb8-475e-86cf-0b9eaca8a48f" providerId="ADAL" clId="{1EBF6DE6-9DB6-4640-BE9D-E3F3693F9C6A}"/>
    <pc:docChg chg="undo custSel addSld delSld modSld sldOrd">
      <pc:chgData name="#CUI SHUAIWEN#" userId="35a196ea-bcb8-475e-86cf-0b9eaca8a48f" providerId="ADAL" clId="{1EBF6DE6-9DB6-4640-BE9D-E3F3693F9C6A}" dt="2024-07-30T15:18:32.950" v="2414"/>
      <pc:docMkLst>
        <pc:docMk/>
      </pc:docMkLst>
      <pc:sldChg chg="addSp delSp modSp add mod modNotesTx">
        <pc:chgData name="#CUI SHUAIWEN#" userId="35a196ea-bcb8-475e-86cf-0b9eaca8a48f" providerId="ADAL" clId="{1EBF6DE6-9DB6-4640-BE9D-E3F3693F9C6A}" dt="2024-07-30T15:18:32.950" v="2414"/>
        <pc:sldMkLst>
          <pc:docMk/>
          <pc:sldMk cId="2930707136" sldId="260"/>
        </pc:sldMkLst>
        <pc:spChg chg="add mod">
          <ac:chgData name="#CUI SHUAIWEN#" userId="35a196ea-bcb8-475e-86cf-0b9eaca8a48f" providerId="ADAL" clId="{1EBF6DE6-9DB6-4640-BE9D-E3F3693F9C6A}" dt="2024-07-30T15:18:32.950" v="2414"/>
          <ac:spMkLst>
            <pc:docMk/>
            <pc:sldMk cId="2930707136" sldId="260"/>
            <ac:spMk id="2" creationId="{CF768C00-8EB4-B2AA-D74E-39633D5235EA}"/>
          </ac:spMkLst>
        </pc:spChg>
        <pc:spChg chg="mod">
          <ac:chgData name="#CUI SHUAIWEN#" userId="35a196ea-bcb8-475e-86cf-0b9eaca8a48f" providerId="ADAL" clId="{1EBF6DE6-9DB6-4640-BE9D-E3F3693F9C6A}" dt="2024-07-30T10:57:37.481" v="54" actId="20577"/>
          <ac:spMkLst>
            <pc:docMk/>
            <pc:sldMk cId="2930707136" sldId="260"/>
            <ac:spMk id="4" creationId="{D834688B-B067-88E4-AADE-3BF6F08639D8}"/>
          </ac:spMkLst>
        </pc:spChg>
        <pc:spChg chg="del">
          <ac:chgData name="#CUI SHUAIWEN#" userId="35a196ea-bcb8-475e-86cf-0b9eaca8a48f" providerId="ADAL" clId="{1EBF6DE6-9DB6-4640-BE9D-E3F3693F9C6A}" dt="2024-07-30T10:57:27.930" v="36" actId="478"/>
          <ac:spMkLst>
            <pc:docMk/>
            <pc:sldMk cId="2930707136" sldId="260"/>
            <ac:spMk id="6" creationId="{0396DD17-12A2-D40A-AD25-0B5029BB0116}"/>
          </ac:spMkLst>
        </pc:spChg>
        <pc:spChg chg="del">
          <ac:chgData name="#CUI SHUAIWEN#" userId="35a196ea-bcb8-475e-86cf-0b9eaca8a48f" providerId="ADAL" clId="{1EBF6DE6-9DB6-4640-BE9D-E3F3693F9C6A}" dt="2024-07-30T10:57:27.930" v="36" actId="478"/>
          <ac:spMkLst>
            <pc:docMk/>
            <pc:sldMk cId="2930707136" sldId="260"/>
            <ac:spMk id="7" creationId="{AC7FEB46-7F6A-0A99-EB57-B7100EB152E2}"/>
          </ac:spMkLst>
        </pc:spChg>
        <pc:spChg chg="del">
          <ac:chgData name="#CUI SHUAIWEN#" userId="35a196ea-bcb8-475e-86cf-0b9eaca8a48f" providerId="ADAL" clId="{1EBF6DE6-9DB6-4640-BE9D-E3F3693F9C6A}" dt="2024-07-30T10:57:27.930" v="36" actId="478"/>
          <ac:spMkLst>
            <pc:docMk/>
            <pc:sldMk cId="2930707136" sldId="260"/>
            <ac:spMk id="8" creationId="{6C464482-7EA1-633B-A6B0-211B8EC932F8}"/>
          </ac:spMkLst>
        </pc:spChg>
        <pc:spChg chg="del">
          <ac:chgData name="#CUI SHUAIWEN#" userId="35a196ea-bcb8-475e-86cf-0b9eaca8a48f" providerId="ADAL" clId="{1EBF6DE6-9DB6-4640-BE9D-E3F3693F9C6A}" dt="2024-07-30T10:57:27.930" v="36" actId="478"/>
          <ac:spMkLst>
            <pc:docMk/>
            <pc:sldMk cId="2930707136" sldId="260"/>
            <ac:spMk id="12" creationId="{613159E2-FDB4-93D4-E989-7F712D6E086A}"/>
          </ac:spMkLst>
        </pc:spChg>
      </pc:sldChg>
      <pc:sldChg chg="addSp delSp modSp add mod">
        <pc:chgData name="#CUI SHUAIWEN#" userId="35a196ea-bcb8-475e-86cf-0b9eaca8a48f" providerId="ADAL" clId="{1EBF6DE6-9DB6-4640-BE9D-E3F3693F9C6A}" dt="2024-07-30T15:18:20.099" v="2413" actId="1076"/>
        <pc:sldMkLst>
          <pc:docMk/>
          <pc:sldMk cId="3761858261" sldId="261"/>
        </pc:sldMkLst>
        <pc:spChg chg="add mod">
          <ac:chgData name="#CUI SHUAIWEN#" userId="35a196ea-bcb8-475e-86cf-0b9eaca8a48f" providerId="ADAL" clId="{1EBF6DE6-9DB6-4640-BE9D-E3F3693F9C6A}" dt="2024-07-30T15:18:20.099" v="2413" actId="1076"/>
          <ac:spMkLst>
            <pc:docMk/>
            <pc:sldMk cId="3761858261" sldId="261"/>
            <ac:spMk id="2" creationId="{8840D652-6800-28B8-7608-C991279D7CAE}"/>
          </ac:spMkLst>
        </pc:spChg>
        <pc:spChg chg="del">
          <ac:chgData name="#CUI SHUAIWEN#" userId="35a196ea-bcb8-475e-86cf-0b9eaca8a48f" providerId="ADAL" clId="{1EBF6DE6-9DB6-4640-BE9D-E3F3693F9C6A}" dt="2024-07-30T11:02:11.049" v="60" actId="478"/>
          <ac:spMkLst>
            <pc:docMk/>
            <pc:sldMk cId="3761858261" sldId="261"/>
            <ac:spMk id="10" creationId="{74173F9D-186F-1CF9-2002-901A6AEC3ACA}"/>
          </ac:spMkLst>
        </pc:spChg>
        <pc:spChg chg="del">
          <ac:chgData name="#CUI SHUAIWEN#" userId="35a196ea-bcb8-475e-86cf-0b9eaca8a48f" providerId="ADAL" clId="{1EBF6DE6-9DB6-4640-BE9D-E3F3693F9C6A}" dt="2024-07-30T10:59:14.813" v="57" actId="478"/>
          <ac:spMkLst>
            <pc:docMk/>
            <pc:sldMk cId="3761858261" sldId="261"/>
            <ac:spMk id="25" creationId="{D4FF0746-422B-F7C6-E861-0AE893145860}"/>
          </ac:spMkLst>
        </pc:spChg>
        <pc:spChg chg="del">
          <ac:chgData name="#CUI SHUAIWEN#" userId="35a196ea-bcb8-475e-86cf-0b9eaca8a48f" providerId="ADAL" clId="{1EBF6DE6-9DB6-4640-BE9D-E3F3693F9C6A}" dt="2024-07-30T10:59:12.880" v="56" actId="478"/>
          <ac:spMkLst>
            <pc:docMk/>
            <pc:sldMk cId="3761858261" sldId="261"/>
            <ac:spMk id="29" creationId="{E8D47366-6EC7-E6BF-898B-7D14333CF7E8}"/>
          </ac:spMkLst>
        </pc:spChg>
        <pc:spChg chg="mod">
          <ac:chgData name="#CUI SHUAIWEN#" userId="35a196ea-bcb8-475e-86cf-0b9eaca8a48f" providerId="ADAL" clId="{1EBF6DE6-9DB6-4640-BE9D-E3F3693F9C6A}" dt="2024-07-30T11:02:19.021" v="62" actId="1076"/>
          <ac:spMkLst>
            <pc:docMk/>
            <pc:sldMk cId="3761858261" sldId="261"/>
            <ac:spMk id="30" creationId="{2B2E9E56-31C6-8A62-9793-30D83932A341}"/>
          </ac:spMkLst>
        </pc:spChg>
        <pc:spChg chg="del">
          <ac:chgData name="#CUI SHUAIWEN#" userId="35a196ea-bcb8-475e-86cf-0b9eaca8a48f" providerId="ADAL" clId="{1EBF6DE6-9DB6-4640-BE9D-E3F3693F9C6A}" dt="2024-07-30T10:59:12.880" v="56" actId="478"/>
          <ac:spMkLst>
            <pc:docMk/>
            <pc:sldMk cId="3761858261" sldId="261"/>
            <ac:spMk id="31" creationId="{C0B1B1D8-8ED4-6426-083A-924D6CFEA751}"/>
          </ac:spMkLst>
        </pc:spChg>
        <pc:spChg chg="mod">
          <ac:chgData name="#CUI SHUAIWEN#" userId="35a196ea-bcb8-475e-86cf-0b9eaca8a48f" providerId="ADAL" clId="{1EBF6DE6-9DB6-4640-BE9D-E3F3693F9C6A}" dt="2024-07-30T11:02:19.021" v="62" actId="1076"/>
          <ac:spMkLst>
            <pc:docMk/>
            <pc:sldMk cId="3761858261" sldId="261"/>
            <ac:spMk id="32" creationId="{A23D9657-0A2A-A36F-B1AD-9A9B1C6B64A2}"/>
          </ac:spMkLst>
        </pc:spChg>
        <pc:spChg chg="del">
          <ac:chgData name="#CUI SHUAIWEN#" userId="35a196ea-bcb8-475e-86cf-0b9eaca8a48f" providerId="ADAL" clId="{1EBF6DE6-9DB6-4640-BE9D-E3F3693F9C6A}" dt="2024-07-30T15:17:55.816" v="2399" actId="478"/>
          <ac:spMkLst>
            <pc:docMk/>
            <pc:sldMk cId="3761858261" sldId="261"/>
            <ac:spMk id="47" creationId="{D5D17FF4-C1C4-2606-EAAC-4F32CA682047}"/>
          </ac:spMkLst>
        </pc:spChg>
        <pc:spChg chg="del">
          <ac:chgData name="#CUI SHUAIWEN#" userId="35a196ea-bcb8-475e-86cf-0b9eaca8a48f" providerId="ADAL" clId="{1EBF6DE6-9DB6-4640-BE9D-E3F3693F9C6A}" dt="2024-07-30T10:59:14.813" v="57" actId="478"/>
          <ac:spMkLst>
            <pc:docMk/>
            <pc:sldMk cId="3761858261" sldId="261"/>
            <ac:spMk id="52" creationId="{8F75D974-4561-E122-0F1F-D15967575D09}"/>
          </ac:spMkLst>
        </pc:spChg>
        <pc:spChg chg="del mod">
          <ac:chgData name="#CUI SHUAIWEN#" userId="35a196ea-bcb8-475e-86cf-0b9eaca8a48f" providerId="ADAL" clId="{1EBF6DE6-9DB6-4640-BE9D-E3F3693F9C6A}" dt="2024-07-30T11:02:13.686" v="61" actId="478"/>
          <ac:spMkLst>
            <pc:docMk/>
            <pc:sldMk cId="3761858261" sldId="261"/>
            <ac:spMk id="1025" creationId="{B29E3E6D-2444-DA17-172E-56150E75FB68}"/>
          </ac:spMkLst>
        </pc:spChg>
        <pc:spChg chg="mod">
          <ac:chgData name="#CUI SHUAIWEN#" userId="35a196ea-bcb8-475e-86cf-0b9eaca8a48f" providerId="ADAL" clId="{1EBF6DE6-9DB6-4640-BE9D-E3F3693F9C6A}" dt="2024-07-30T11:02:26.030" v="63" actId="1076"/>
          <ac:spMkLst>
            <pc:docMk/>
            <pc:sldMk cId="3761858261" sldId="261"/>
            <ac:spMk id="1030" creationId="{ADAD67B2-DBB3-92A4-E0D6-1629C6E154A3}"/>
          </ac:spMkLst>
        </pc:spChg>
        <pc:spChg chg="mod">
          <ac:chgData name="#CUI SHUAIWEN#" userId="35a196ea-bcb8-475e-86cf-0b9eaca8a48f" providerId="ADAL" clId="{1EBF6DE6-9DB6-4640-BE9D-E3F3693F9C6A}" dt="2024-07-30T11:02:26.030" v="63" actId="1076"/>
          <ac:spMkLst>
            <pc:docMk/>
            <pc:sldMk cId="3761858261" sldId="261"/>
            <ac:spMk id="1031" creationId="{9D6201E5-B5E3-E8F0-CF74-7655D0B71FE5}"/>
          </ac:spMkLst>
        </pc:spChg>
        <pc:picChg chg="mod">
          <ac:chgData name="#CUI SHUAIWEN#" userId="35a196ea-bcb8-475e-86cf-0b9eaca8a48f" providerId="ADAL" clId="{1EBF6DE6-9DB6-4640-BE9D-E3F3693F9C6A}" dt="2024-07-30T11:02:19.021" v="62" actId="1076"/>
          <ac:picMkLst>
            <pc:docMk/>
            <pc:sldMk cId="3761858261" sldId="261"/>
            <ac:picMk id="28" creationId="{D842C861-420D-23E1-F2D0-20C2556AF7FB}"/>
          </ac:picMkLst>
        </pc:picChg>
        <pc:picChg chg="del">
          <ac:chgData name="#CUI SHUAIWEN#" userId="35a196ea-bcb8-475e-86cf-0b9eaca8a48f" providerId="ADAL" clId="{1EBF6DE6-9DB6-4640-BE9D-E3F3693F9C6A}" dt="2024-07-30T15:17:55.816" v="2399" actId="478"/>
          <ac:picMkLst>
            <pc:docMk/>
            <pc:sldMk cId="3761858261" sldId="261"/>
            <ac:picMk id="40" creationId="{9CD36C12-80DA-361E-2F32-F4061252CE8D}"/>
          </ac:picMkLst>
        </pc:picChg>
        <pc:picChg chg="del">
          <ac:chgData name="#CUI SHUAIWEN#" userId="35a196ea-bcb8-475e-86cf-0b9eaca8a48f" providerId="ADAL" clId="{1EBF6DE6-9DB6-4640-BE9D-E3F3693F9C6A}" dt="2024-07-30T10:59:14.813" v="57" actId="478"/>
          <ac:picMkLst>
            <pc:docMk/>
            <pc:sldMk cId="3761858261" sldId="261"/>
            <ac:picMk id="51" creationId="{3448A562-2076-6211-3DEE-F8A9D95DD4AE}"/>
          </ac:picMkLst>
        </pc:picChg>
        <pc:picChg chg="del">
          <ac:chgData name="#CUI SHUAIWEN#" userId="35a196ea-bcb8-475e-86cf-0b9eaca8a48f" providerId="ADAL" clId="{1EBF6DE6-9DB6-4640-BE9D-E3F3693F9C6A}" dt="2024-07-30T10:59:12.880" v="56" actId="478"/>
          <ac:picMkLst>
            <pc:docMk/>
            <pc:sldMk cId="3761858261" sldId="261"/>
            <ac:picMk id="1026" creationId="{6DCF0DB1-2BAC-FBA8-28F7-9AA3BECAA91C}"/>
          </ac:picMkLst>
        </pc:picChg>
        <pc:picChg chg="mod">
          <ac:chgData name="#CUI SHUAIWEN#" userId="35a196ea-bcb8-475e-86cf-0b9eaca8a48f" providerId="ADAL" clId="{1EBF6DE6-9DB6-4640-BE9D-E3F3693F9C6A}" dt="2024-07-30T11:02:26.030" v="63" actId="1076"/>
          <ac:picMkLst>
            <pc:docMk/>
            <pc:sldMk cId="3761858261" sldId="261"/>
            <ac:picMk id="1029" creationId="{DEB3ABB7-E80F-DF52-6C5D-CE07B1E633E9}"/>
          </ac:picMkLst>
        </pc:picChg>
      </pc:sldChg>
      <pc:sldChg chg="addSp delSp modSp new mod">
        <pc:chgData name="#CUI SHUAIWEN#" userId="35a196ea-bcb8-475e-86cf-0b9eaca8a48f" providerId="ADAL" clId="{1EBF6DE6-9DB6-4640-BE9D-E3F3693F9C6A}" dt="2024-07-30T12:21:08.180" v="1447" actId="20577"/>
        <pc:sldMkLst>
          <pc:docMk/>
          <pc:sldMk cId="3921566906" sldId="262"/>
        </pc:sldMkLst>
        <pc:spChg chg="del">
          <ac:chgData name="#CUI SHUAIWEN#" userId="35a196ea-bcb8-475e-86cf-0b9eaca8a48f" providerId="ADAL" clId="{1EBF6DE6-9DB6-4640-BE9D-E3F3693F9C6A}" dt="2024-07-30T11:13:40.572" v="65" actId="478"/>
          <ac:spMkLst>
            <pc:docMk/>
            <pc:sldMk cId="3921566906" sldId="262"/>
            <ac:spMk id="2" creationId="{0F445EE7-F4B7-CDF4-54F3-868E24480A84}"/>
          </ac:spMkLst>
        </pc:spChg>
        <pc:spChg chg="del">
          <ac:chgData name="#CUI SHUAIWEN#" userId="35a196ea-bcb8-475e-86cf-0b9eaca8a48f" providerId="ADAL" clId="{1EBF6DE6-9DB6-4640-BE9D-E3F3693F9C6A}" dt="2024-07-30T11:13:40.572" v="65" actId="478"/>
          <ac:spMkLst>
            <pc:docMk/>
            <pc:sldMk cId="3921566906" sldId="262"/>
            <ac:spMk id="3" creationId="{03B2AB1F-59CD-2DC7-3060-17CFA7EF7A0A}"/>
          </ac:spMkLst>
        </pc:spChg>
        <pc:spChg chg="add mod">
          <ac:chgData name="#CUI SHUAIWEN#" userId="35a196ea-bcb8-475e-86cf-0b9eaca8a48f" providerId="ADAL" clId="{1EBF6DE6-9DB6-4640-BE9D-E3F3693F9C6A}" dt="2024-07-30T11:22:10.377" v="289" actId="20577"/>
          <ac:spMkLst>
            <pc:docMk/>
            <pc:sldMk cId="3921566906" sldId="262"/>
            <ac:spMk id="5" creationId="{F8DA037C-B71E-3329-5423-1411C3A426ED}"/>
          </ac:spMkLst>
        </pc:spChg>
        <pc:spChg chg="add mod">
          <ac:chgData name="#CUI SHUAIWEN#" userId="35a196ea-bcb8-475e-86cf-0b9eaca8a48f" providerId="ADAL" clId="{1EBF6DE6-9DB6-4640-BE9D-E3F3693F9C6A}" dt="2024-07-30T12:21:08.180" v="1447" actId="20577"/>
          <ac:spMkLst>
            <pc:docMk/>
            <pc:sldMk cId="3921566906" sldId="262"/>
            <ac:spMk id="6" creationId="{E5ECD57F-2ABA-0DD1-CB35-C9DF5FCE1E85}"/>
          </ac:spMkLst>
        </pc:spChg>
        <pc:spChg chg="add del mod">
          <ac:chgData name="#CUI SHUAIWEN#" userId="35a196ea-bcb8-475e-86cf-0b9eaca8a48f" providerId="ADAL" clId="{1EBF6DE6-9DB6-4640-BE9D-E3F3693F9C6A}" dt="2024-07-30T11:28:25.711" v="471" actId="478"/>
          <ac:spMkLst>
            <pc:docMk/>
            <pc:sldMk cId="3921566906" sldId="262"/>
            <ac:spMk id="7" creationId="{273D58AE-ECDE-FB3E-CEEF-6076F49881A9}"/>
          </ac:spMkLst>
        </pc:spChg>
        <pc:spChg chg="add del mod">
          <ac:chgData name="#CUI SHUAIWEN#" userId="35a196ea-bcb8-475e-86cf-0b9eaca8a48f" providerId="ADAL" clId="{1EBF6DE6-9DB6-4640-BE9D-E3F3693F9C6A}" dt="2024-07-30T11:20:50.806" v="226" actId="478"/>
          <ac:spMkLst>
            <pc:docMk/>
            <pc:sldMk cId="3921566906" sldId="262"/>
            <ac:spMk id="8" creationId="{C6702336-E457-D7C6-352E-561A75EF3DD9}"/>
          </ac:spMkLst>
        </pc:spChg>
        <pc:spChg chg="add del mod">
          <ac:chgData name="#CUI SHUAIWEN#" userId="35a196ea-bcb8-475e-86cf-0b9eaca8a48f" providerId="ADAL" clId="{1EBF6DE6-9DB6-4640-BE9D-E3F3693F9C6A}" dt="2024-07-30T11:20:50.320" v="225" actId="478"/>
          <ac:spMkLst>
            <pc:docMk/>
            <pc:sldMk cId="3921566906" sldId="262"/>
            <ac:spMk id="9" creationId="{80A8FE17-6444-F122-E24B-2AB05750449A}"/>
          </ac:spMkLst>
        </pc:spChg>
        <pc:spChg chg="add del mod">
          <ac:chgData name="#CUI SHUAIWEN#" userId="35a196ea-bcb8-475e-86cf-0b9eaca8a48f" providerId="ADAL" clId="{1EBF6DE6-9DB6-4640-BE9D-E3F3693F9C6A}" dt="2024-07-30T11:35:07.973" v="678" actId="478"/>
          <ac:spMkLst>
            <pc:docMk/>
            <pc:sldMk cId="3921566906" sldId="262"/>
            <ac:spMk id="10" creationId="{1A52F117-B7B3-A9F2-4E6A-37B8B15E91D5}"/>
          </ac:spMkLst>
        </pc:spChg>
        <pc:spChg chg="add del mod">
          <ac:chgData name="#CUI SHUAIWEN#" userId="35a196ea-bcb8-475e-86cf-0b9eaca8a48f" providerId="ADAL" clId="{1EBF6DE6-9DB6-4640-BE9D-E3F3693F9C6A}" dt="2024-07-30T11:35:08.536" v="679" actId="478"/>
          <ac:spMkLst>
            <pc:docMk/>
            <pc:sldMk cId="3921566906" sldId="262"/>
            <ac:spMk id="11" creationId="{622789F9-E010-AE28-D790-1579096525A2}"/>
          </ac:spMkLst>
        </pc:spChg>
        <pc:spChg chg="add del mod">
          <ac:chgData name="#CUI SHUAIWEN#" userId="35a196ea-bcb8-475e-86cf-0b9eaca8a48f" providerId="ADAL" clId="{1EBF6DE6-9DB6-4640-BE9D-E3F3693F9C6A}" dt="2024-07-30T11:20:56.464" v="228" actId="478"/>
          <ac:spMkLst>
            <pc:docMk/>
            <pc:sldMk cId="3921566906" sldId="262"/>
            <ac:spMk id="12" creationId="{45B13DA7-5D00-3166-63B2-1AFFDD1FAF6F}"/>
          </ac:spMkLst>
        </pc:spChg>
        <pc:spChg chg="add del mod">
          <ac:chgData name="#CUI SHUAIWEN#" userId="35a196ea-bcb8-475e-86cf-0b9eaca8a48f" providerId="ADAL" clId="{1EBF6DE6-9DB6-4640-BE9D-E3F3693F9C6A}" dt="2024-07-30T11:35:06.788" v="677" actId="478"/>
          <ac:spMkLst>
            <pc:docMk/>
            <pc:sldMk cId="3921566906" sldId="262"/>
            <ac:spMk id="13" creationId="{8AF99D2D-63B5-6D4F-932F-1929222077D2}"/>
          </ac:spMkLst>
        </pc:spChg>
        <pc:spChg chg="add del mod">
          <ac:chgData name="#CUI SHUAIWEN#" userId="35a196ea-bcb8-475e-86cf-0b9eaca8a48f" providerId="ADAL" clId="{1EBF6DE6-9DB6-4640-BE9D-E3F3693F9C6A}" dt="2024-07-30T11:35:09.646" v="680" actId="478"/>
          <ac:spMkLst>
            <pc:docMk/>
            <pc:sldMk cId="3921566906" sldId="262"/>
            <ac:spMk id="14" creationId="{C21134EB-9709-B0E1-9414-33EA0E94D864}"/>
          </ac:spMkLst>
        </pc:spChg>
        <pc:spChg chg="add del mod">
          <ac:chgData name="#CUI SHUAIWEN#" userId="35a196ea-bcb8-475e-86cf-0b9eaca8a48f" providerId="ADAL" clId="{1EBF6DE6-9DB6-4640-BE9D-E3F3693F9C6A}" dt="2024-07-30T11:35:10.895" v="681" actId="478"/>
          <ac:spMkLst>
            <pc:docMk/>
            <pc:sldMk cId="3921566906" sldId="262"/>
            <ac:spMk id="15" creationId="{FA747216-4AF5-A59B-D285-1C062AE44803}"/>
          </ac:spMkLst>
        </pc:spChg>
        <pc:spChg chg="add del mod">
          <ac:chgData name="#CUI SHUAIWEN#" userId="35a196ea-bcb8-475e-86cf-0b9eaca8a48f" providerId="ADAL" clId="{1EBF6DE6-9DB6-4640-BE9D-E3F3693F9C6A}" dt="2024-07-30T11:24:16.938" v="321" actId="478"/>
          <ac:spMkLst>
            <pc:docMk/>
            <pc:sldMk cId="3921566906" sldId="262"/>
            <ac:spMk id="16" creationId="{212FEFC0-043F-2E54-7947-6E1DAF51224B}"/>
          </ac:spMkLst>
        </pc:spChg>
        <pc:spChg chg="add mod">
          <ac:chgData name="#CUI SHUAIWEN#" userId="35a196ea-bcb8-475e-86cf-0b9eaca8a48f" providerId="ADAL" clId="{1EBF6DE6-9DB6-4640-BE9D-E3F3693F9C6A}" dt="2024-07-30T12:16:41.267" v="1412" actId="1076"/>
          <ac:spMkLst>
            <pc:docMk/>
            <pc:sldMk cId="3921566906" sldId="262"/>
            <ac:spMk id="24" creationId="{7E65ABA8-5AFD-2B3B-4C2C-FC6351165CA0}"/>
          </ac:spMkLst>
        </pc:spChg>
        <pc:spChg chg="add del mod">
          <ac:chgData name="#CUI SHUAIWEN#" userId="35a196ea-bcb8-475e-86cf-0b9eaca8a48f" providerId="ADAL" clId="{1EBF6DE6-9DB6-4640-BE9D-E3F3693F9C6A}" dt="2024-07-30T11:33:40.590" v="625" actId="478"/>
          <ac:spMkLst>
            <pc:docMk/>
            <pc:sldMk cId="3921566906" sldId="262"/>
            <ac:spMk id="25" creationId="{30196265-78F1-082F-BF24-FBFE0E126BDF}"/>
          </ac:spMkLst>
        </pc:spChg>
        <pc:spChg chg="add mod">
          <ac:chgData name="#CUI SHUAIWEN#" userId="35a196ea-bcb8-475e-86cf-0b9eaca8a48f" providerId="ADAL" clId="{1EBF6DE6-9DB6-4640-BE9D-E3F3693F9C6A}" dt="2024-07-30T12:16:41.267" v="1412" actId="1076"/>
          <ac:spMkLst>
            <pc:docMk/>
            <pc:sldMk cId="3921566906" sldId="262"/>
            <ac:spMk id="26" creationId="{F5B8F065-D11F-5267-D995-58F5D870AB64}"/>
          </ac:spMkLst>
        </pc:spChg>
        <pc:spChg chg="add mod">
          <ac:chgData name="#CUI SHUAIWEN#" userId="35a196ea-bcb8-475e-86cf-0b9eaca8a48f" providerId="ADAL" clId="{1EBF6DE6-9DB6-4640-BE9D-E3F3693F9C6A}" dt="2024-07-30T12:16:41.267" v="1412" actId="1076"/>
          <ac:spMkLst>
            <pc:docMk/>
            <pc:sldMk cId="3921566906" sldId="262"/>
            <ac:spMk id="27" creationId="{299AB3C2-5E1D-9867-AB1A-627AE46D9A16}"/>
          </ac:spMkLst>
        </pc:spChg>
        <pc:spChg chg="add mod">
          <ac:chgData name="#CUI SHUAIWEN#" userId="35a196ea-bcb8-475e-86cf-0b9eaca8a48f" providerId="ADAL" clId="{1EBF6DE6-9DB6-4640-BE9D-E3F3693F9C6A}" dt="2024-07-30T12:16:41.267" v="1412" actId="1076"/>
          <ac:spMkLst>
            <pc:docMk/>
            <pc:sldMk cId="3921566906" sldId="262"/>
            <ac:spMk id="28" creationId="{907BB64D-FB25-9E93-FC46-6148C6CA2428}"/>
          </ac:spMkLst>
        </pc:spChg>
        <pc:spChg chg="add del mod">
          <ac:chgData name="#CUI SHUAIWEN#" userId="35a196ea-bcb8-475e-86cf-0b9eaca8a48f" providerId="ADAL" clId="{1EBF6DE6-9DB6-4640-BE9D-E3F3693F9C6A}" dt="2024-07-30T11:38:34.620" v="684" actId="478"/>
          <ac:spMkLst>
            <pc:docMk/>
            <pc:sldMk cId="3921566906" sldId="262"/>
            <ac:spMk id="29" creationId="{52EB6519-AE6C-AE04-9230-53B3B503FCE6}"/>
          </ac:spMkLst>
        </pc:spChg>
        <pc:spChg chg="add del mod">
          <ac:chgData name="#CUI SHUAIWEN#" userId="35a196ea-bcb8-475e-86cf-0b9eaca8a48f" providerId="ADAL" clId="{1EBF6DE6-9DB6-4640-BE9D-E3F3693F9C6A}" dt="2024-07-30T11:38:34.620" v="684" actId="478"/>
          <ac:spMkLst>
            <pc:docMk/>
            <pc:sldMk cId="3921566906" sldId="262"/>
            <ac:spMk id="30" creationId="{23E82818-E7C8-517D-B2CC-109F43D67BAD}"/>
          </ac:spMkLst>
        </pc:spChg>
        <pc:spChg chg="add del mod">
          <ac:chgData name="#CUI SHUAIWEN#" userId="35a196ea-bcb8-475e-86cf-0b9eaca8a48f" providerId="ADAL" clId="{1EBF6DE6-9DB6-4640-BE9D-E3F3693F9C6A}" dt="2024-07-30T11:42:00.694" v="968" actId="478"/>
          <ac:spMkLst>
            <pc:docMk/>
            <pc:sldMk cId="3921566906" sldId="262"/>
            <ac:spMk id="31" creationId="{3D1804E1-B937-C7F5-1437-010E32D4681A}"/>
          </ac:spMkLst>
        </pc:spChg>
        <pc:spChg chg="add mod">
          <ac:chgData name="#CUI SHUAIWEN#" userId="35a196ea-bcb8-475e-86cf-0b9eaca8a48f" providerId="ADAL" clId="{1EBF6DE6-9DB6-4640-BE9D-E3F3693F9C6A}" dt="2024-07-30T12:16:41.267" v="1412" actId="1076"/>
          <ac:spMkLst>
            <pc:docMk/>
            <pc:sldMk cId="3921566906" sldId="262"/>
            <ac:spMk id="33" creationId="{6EAF0CD4-FB23-1336-6766-0050B6255C4B}"/>
          </ac:spMkLst>
        </pc:spChg>
        <pc:spChg chg="add del mod">
          <ac:chgData name="#CUI SHUAIWEN#" userId="35a196ea-bcb8-475e-86cf-0b9eaca8a48f" providerId="ADAL" clId="{1EBF6DE6-9DB6-4640-BE9D-E3F3693F9C6A}" dt="2024-07-30T11:43:04.207" v="1037" actId="478"/>
          <ac:spMkLst>
            <pc:docMk/>
            <pc:sldMk cId="3921566906" sldId="262"/>
            <ac:spMk id="34" creationId="{777FFC6B-5426-A0BE-1880-CFDDD941B46E}"/>
          </ac:spMkLst>
        </pc:spChg>
        <pc:spChg chg="add del mod">
          <ac:chgData name="#CUI SHUAIWEN#" userId="35a196ea-bcb8-475e-86cf-0b9eaca8a48f" providerId="ADAL" clId="{1EBF6DE6-9DB6-4640-BE9D-E3F3693F9C6A}" dt="2024-07-30T11:44:13.922" v="1106" actId="478"/>
          <ac:spMkLst>
            <pc:docMk/>
            <pc:sldMk cId="3921566906" sldId="262"/>
            <ac:spMk id="35" creationId="{1D67B113-40D7-B767-81DE-D912AE7F0E6E}"/>
          </ac:spMkLst>
        </pc:spChg>
        <pc:spChg chg="add del mod">
          <ac:chgData name="#CUI SHUAIWEN#" userId="35a196ea-bcb8-475e-86cf-0b9eaca8a48f" providerId="ADAL" clId="{1EBF6DE6-9DB6-4640-BE9D-E3F3693F9C6A}" dt="2024-07-30T11:44:13.922" v="1106" actId="478"/>
          <ac:spMkLst>
            <pc:docMk/>
            <pc:sldMk cId="3921566906" sldId="262"/>
            <ac:spMk id="36" creationId="{011FDD23-B191-5A31-4BF3-DDE9762B4B0C}"/>
          </ac:spMkLst>
        </pc:spChg>
        <pc:spChg chg="add mod">
          <ac:chgData name="#CUI SHUAIWEN#" userId="35a196ea-bcb8-475e-86cf-0b9eaca8a48f" providerId="ADAL" clId="{1EBF6DE6-9DB6-4640-BE9D-E3F3693F9C6A}" dt="2024-07-30T12:16:41.267" v="1412" actId="1076"/>
          <ac:spMkLst>
            <pc:docMk/>
            <pc:sldMk cId="3921566906" sldId="262"/>
            <ac:spMk id="37" creationId="{D3D1F122-7500-2AD1-E70B-5923570D1F65}"/>
          </ac:spMkLst>
        </pc:spChg>
        <pc:spChg chg="add del mod">
          <ac:chgData name="#CUI SHUAIWEN#" userId="35a196ea-bcb8-475e-86cf-0b9eaca8a48f" providerId="ADAL" clId="{1EBF6DE6-9DB6-4640-BE9D-E3F3693F9C6A}" dt="2024-07-30T11:44:46.695" v="1116" actId="21"/>
          <ac:spMkLst>
            <pc:docMk/>
            <pc:sldMk cId="3921566906" sldId="262"/>
            <ac:spMk id="38" creationId="{DE81DB9D-7F53-A069-5512-EEA3BEE0326A}"/>
          </ac:spMkLst>
        </pc:spChg>
        <pc:spChg chg="add mod">
          <ac:chgData name="#CUI SHUAIWEN#" userId="35a196ea-bcb8-475e-86cf-0b9eaca8a48f" providerId="ADAL" clId="{1EBF6DE6-9DB6-4640-BE9D-E3F3693F9C6A}" dt="2024-07-30T12:16:41.267" v="1412" actId="1076"/>
          <ac:spMkLst>
            <pc:docMk/>
            <pc:sldMk cId="3921566906" sldId="262"/>
            <ac:spMk id="39" creationId="{3E75DEBE-ACD3-2A18-33B7-DE0DD57480B0}"/>
          </ac:spMkLst>
        </pc:spChg>
        <pc:spChg chg="add mod">
          <ac:chgData name="#CUI SHUAIWEN#" userId="35a196ea-bcb8-475e-86cf-0b9eaca8a48f" providerId="ADAL" clId="{1EBF6DE6-9DB6-4640-BE9D-E3F3693F9C6A}" dt="2024-07-30T12:16:41.267" v="1412" actId="1076"/>
          <ac:spMkLst>
            <pc:docMk/>
            <pc:sldMk cId="3921566906" sldId="262"/>
            <ac:spMk id="40" creationId="{77DBE814-683E-9F38-0BC6-61ABA2F977BD}"/>
          </ac:spMkLst>
        </pc:spChg>
        <pc:spChg chg="add mod">
          <ac:chgData name="#CUI SHUAIWEN#" userId="35a196ea-bcb8-475e-86cf-0b9eaca8a48f" providerId="ADAL" clId="{1EBF6DE6-9DB6-4640-BE9D-E3F3693F9C6A}" dt="2024-07-30T12:16:41.267" v="1412" actId="1076"/>
          <ac:spMkLst>
            <pc:docMk/>
            <pc:sldMk cId="3921566906" sldId="262"/>
            <ac:spMk id="41" creationId="{0A75E8F0-A0ED-EF6E-7546-8CCA39D49869}"/>
          </ac:spMkLst>
        </pc:spChg>
        <pc:spChg chg="add mod">
          <ac:chgData name="#CUI SHUAIWEN#" userId="35a196ea-bcb8-475e-86cf-0b9eaca8a48f" providerId="ADAL" clId="{1EBF6DE6-9DB6-4640-BE9D-E3F3693F9C6A}" dt="2024-07-30T12:16:41.267" v="1412" actId="1076"/>
          <ac:spMkLst>
            <pc:docMk/>
            <pc:sldMk cId="3921566906" sldId="262"/>
            <ac:spMk id="42" creationId="{0246E21D-131C-56D9-02FA-CE602B4B17E6}"/>
          </ac:spMkLst>
        </pc:spChg>
        <pc:spChg chg="add mod">
          <ac:chgData name="#CUI SHUAIWEN#" userId="35a196ea-bcb8-475e-86cf-0b9eaca8a48f" providerId="ADAL" clId="{1EBF6DE6-9DB6-4640-BE9D-E3F3693F9C6A}" dt="2024-07-30T12:16:41.267" v="1412" actId="1076"/>
          <ac:spMkLst>
            <pc:docMk/>
            <pc:sldMk cId="3921566906" sldId="262"/>
            <ac:spMk id="43" creationId="{DE81DB9D-7F53-A069-5512-EEA3BEE0326A}"/>
          </ac:spMkLst>
        </pc:spChg>
        <pc:spChg chg="add mod">
          <ac:chgData name="#CUI SHUAIWEN#" userId="35a196ea-bcb8-475e-86cf-0b9eaca8a48f" providerId="ADAL" clId="{1EBF6DE6-9DB6-4640-BE9D-E3F3693F9C6A}" dt="2024-07-30T12:16:41.267" v="1412" actId="1076"/>
          <ac:spMkLst>
            <pc:docMk/>
            <pc:sldMk cId="3921566906" sldId="262"/>
            <ac:spMk id="44" creationId="{2597B8FB-D4F6-4C9A-2D98-1B18C0139C5C}"/>
          </ac:spMkLst>
        </pc:spChg>
        <pc:spChg chg="add mod ord">
          <ac:chgData name="#CUI SHUAIWEN#" userId="35a196ea-bcb8-475e-86cf-0b9eaca8a48f" providerId="ADAL" clId="{1EBF6DE6-9DB6-4640-BE9D-E3F3693F9C6A}" dt="2024-07-30T12:16:41.267" v="1412" actId="1076"/>
          <ac:spMkLst>
            <pc:docMk/>
            <pc:sldMk cId="3921566906" sldId="262"/>
            <ac:spMk id="52" creationId="{2E9B105D-0CA1-EC8E-EDE6-988F720C98E6}"/>
          </ac:spMkLst>
        </pc:spChg>
        <pc:spChg chg="add mod ord">
          <ac:chgData name="#CUI SHUAIWEN#" userId="35a196ea-bcb8-475e-86cf-0b9eaca8a48f" providerId="ADAL" clId="{1EBF6DE6-9DB6-4640-BE9D-E3F3693F9C6A}" dt="2024-07-30T12:16:41.267" v="1412" actId="1076"/>
          <ac:spMkLst>
            <pc:docMk/>
            <pc:sldMk cId="3921566906" sldId="262"/>
            <ac:spMk id="53" creationId="{32C55D8F-F6E7-30F8-21B0-4E2170F4C727}"/>
          </ac:spMkLst>
        </pc:spChg>
        <pc:spChg chg="add mod ord">
          <ac:chgData name="#CUI SHUAIWEN#" userId="35a196ea-bcb8-475e-86cf-0b9eaca8a48f" providerId="ADAL" clId="{1EBF6DE6-9DB6-4640-BE9D-E3F3693F9C6A}" dt="2024-07-30T12:16:41.267" v="1412" actId="1076"/>
          <ac:spMkLst>
            <pc:docMk/>
            <pc:sldMk cId="3921566906" sldId="262"/>
            <ac:spMk id="54" creationId="{1485FF1E-12AC-2257-36BA-FF481A92785A}"/>
          </ac:spMkLst>
        </pc:spChg>
        <pc:spChg chg="add mod ord">
          <ac:chgData name="#CUI SHUAIWEN#" userId="35a196ea-bcb8-475e-86cf-0b9eaca8a48f" providerId="ADAL" clId="{1EBF6DE6-9DB6-4640-BE9D-E3F3693F9C6A}" dt="2024-07-30T12:16:41.267" v="1412" actId="1076"/>
          <ac:spMkLst>
            <pc:docMk/>
            <pc:sldMk cId="3921566906" sldId="262"/>
            <ac:spMk id="55" creationId="{D85738CB-553D-E73E-83E1-56439EB373C1}"/>
          </ac:spMkLst>
        </pc:spChg>
        <pc:spChg chg="add mod ord">
          <ac:chgData name="#CUI SHUAIWEN#" userId="35a196ea-bcb8-475e-86cf-0b9eaca8a48f" providerId="ADAL" clId="{1EBF6DE6-9DB6-4640-BE9D-E3F3693F9C6A}" dt="2024-07-30T12:16:41.267" v="1412" actId="1076"/>
          <ac:spMkLst>
            <pc:docMk/>
            <pc:sldMk cId="3921566906" sldId="262"/>
            <ac:spMk id="56" creationId="{C5EDBCB3-C5D1-AED9-2D8A-AC7C548C0ED0}"/>
          </ac:spMkLst>
        </pc:spChg>
        <pc:spChg chg="add mod ord">
          <ac:chgData name="#CUI SHUAIWEN#" userId="35a196ea-bcb8-475e-86cf-0b9eaca8a48f" providerId="ADAL" clId="{1EBF6DE6-9DB6-4640-BE9D-E3F3693F9C6A}" dt="2024-07-30T12:16:41.267" v="1412" actId="1076"/>
          <ac:spMkLst>
            <pc:docMk/>
            <pc:sldMk cId="3921566906" sldId="262"/>
            <ac:spMk id="57" creationId="{63439047-8BFB-3FB1-5A76-A2BAF674D639}"/>
          </ac:spMkLst>
        </pc:spChg>
        <pc:picChg chg="add mod">
          <ac:chgData name="#CUI SHUAIWEN#" userId="35a196ea-bcb8-475e-86cf-0b9eaca8a48f" providerId="ADAL" clId="{1EBF6DE6-9DB6-4640-BE9D-E3F3693F9C6A}" dt="2024-07-30T12:07:14.324" v="1222" actId="1076"/>
          <ac:picMkLst>
            <pc:docMk/>
            <pc:sldMk cId="3921566906" sldId="262"/>
            <ac:picMk id="45" creationId="{B81C11C9-A789-4095-0C88-91FDEF7F6EB2}"/>
          </ac:picMkLst>
        </pc:picChg>
        <pc:picChg chg="add del mod">
          <ac:chgData name="#CUI SHUAIWEN#" userId="35a196ea-bcb8-475e-86cf-0b9eaca8a48f" providerId="ADAL" clId="{1EBF6DE6-9DB6-4640-BE9D-E3F3693F9C6A}" dt="2024-07-30T12:09:55.788" v="1278" actId="478"/>
          <ac:picMkLst>
            <pc:docMk/>
            <pc:sldMk cId="3921566906" sldId="262"/>
            <ac:picMk id="46" creationId="{0B525BD6-3193-25EC-63F7-52D539B961F0}"/>
          </ac:picMkLst>
        </pc:picChg>
        <pc:picChg chg="add del mod">
          <ac:chgData name="#CUI SHUAIWEN#" userId="35a196ea-bcb8-475e-86cf-0b9eaca8a48f" providerId="ADAL" clId="{1EBF6DE6-9DB6-4640-BE9D-E3F3693F9C6A}" dt="2024-07-30T12:09:50.058" v="1270" actId="1076"/>
          <ac:picMkLst>
            <pc:docMk/>
            <pc:sldMk cId="3921566906" sldId="262"/>
            <ac:picMk id="47" creationId="{99DB98B2-1779-2A64-BD2A-6DBDB2983FC0}"/>
          </ac:picMkLst>
        </pc:picChg>
        <pc:cxnChg chg="add del mod">
          <ac:chgData name="#CUI SHUAIWEN#" userId="35a196ea-bcb8-475e-86cf-0b9eaca8a48f" providerId="ADAL" clId="{1EBF6DE6-9DB6-4640-BE9D-E3F3693F9C6A}" dt="2024-07-30T11:24:15.360" v="320" actId="478"/>
          <ac:cxnSpMkLst>
            <pc:docMk/>
            <pc:sldMk cId="3921566906" sldId="262"/>
            <ac:cxnSpMk id="18" creationId="{9E0E4A9C-9F1A-6B46-D821-3674BD8DB781}"/>
          </ac:cxnSpMkLst>
        </pc:cxnChg>
        <pc:cxnChg chg="add del mod">
          <ac:chgData name="#CUI SHUAIWEN#" userId="35a196ea-bcb8-475e-86cf-0b9eaca8a48f" providerId="ADAL" clId="{1EBF6DE6-9DB6-4640-BE9D-E3F3693F9C6A}" dt="2024-07-30T12:07:44.834" v="1231" actId="478"/>
          <ac:cxnSpMkLst>
            <pc:docMk/>
            <pc:sldMk cId="3921566906" sldId="262"/>
            <ac:cxnSpMk id="23" creationId="{44C99ACD-1ABF-31F7-7101-A5BE0B8C33A7}"/>
          </ac:cxnSpMkLst>
        </pc:cxnChg>
        <pc:cxnChg chg="add del mod">
          <ac:chgData name="#CUI SHUAIWEN#" userId="35a196ea-bcb8-475e-86cf-0b9eaca8a48f" providerId="ADAL" clId="{1EBF6DE6-9DB6-4640-BE9D-E3F3693F9C6A}" dt="2024-07-30T12:07:45.953" v="1232" actId="478"/>
          <ac:cxnSpMkLst>
            <pc:docMk/>
            <pc:sldMk cId="3921566906" sldId="262"/>
            <ac:cxnSpMk id="32" creationId="{B5504525-CB48-E2EE-E191-CAF4DE1110EE}"/>
          </ac:cxnSpMkLst>
        </pc:cxnChg>
        <pc:cxnChg chg="add del mod">
          <ac:chgData name="#CUI SHUAIWEN#" userId="35a196ea-bcb8-475e-86cf-0b9eaca8a48f" providerId="ADAL" clId="{1EBF6DE6-9DB6-4640-BE9D-E3F3693F9C6A}" dt="2024-07-30T12:10:57.212" v="1299" actId="11529"/>
          <ac:cxnSpMkLst>
            <pc:docMk/>
            <pc:sldMk cId="3921566906" sldId="262"/>
            <ac:cxnSpMk id="49" creationId="{BDFBCC56-90C0-DA77-7B86-1C4EF910D2B1}"/>
          </ac:cxnSpMkLst>
        </pc:cxnChg>
        <pc:cxnChg chg="add mod">
          <ac:chgData name="#CUI SHUAIWEN#" userId="35a196ea-bcb8-475e-86cf-0b9eaca8a48f" providerId="ADAL" clId="{1EBF6DE6-9DB6-4640-BE9D-E3F3693F9C6A}" dt="2024-07-30T12:10:52.625" v="1291" actId="1076"/>
          <ac:cxnSpMkLst>
            <pc:docMk/>
            <pc:sldMk cId="3921566906" sldId="262"/>
            <ac:cxnSpMk id="51" creationId="{757C0DA7-1B0A-5C03-23FD-5D07AC9C72E8}"/>
          </ac:cxnSpMkLst>
        </pc:cxnChg>
      </pc:sldChg>
      <pc:sldChg chg="addSp delSp modSp add del mod">
        <pc:chgData name="#CUI SHUAIWEN#" userId="35a196ea-bcb8-475e-86cf-0b9eaca8a48f" providerId="ADAL" clId="{1EBF6DE6-9DB6-4640-BE9D-E3F3693F9C6A}" dt="2024-07-30T15:13:12.701" v="2396" actId="47"/>
        <pc:sldMkLst>
          <pc:docMk/>
          <pc:sldMk cId="809026603" sldId="263"/>
        </pc:sldMkLst>
        <pc:spChg chg="add mod">
          <ac:chgData name="#CUI SHUAIWEN#" userId="35a196ea-bcb8-475e-86cf-0b9eaca8a48f" providerId="ADAL" clId="{1EBF6DE6-9DB6-4640-BE9D-E3F3693F9C6A}" dt="2024-07-30T12:40:20.961" v="1627" actId="14100"/>
          <ac:spMkLst>
            <pc:docMk/>
            <pc:sldMk cId="809026603" sldId="263"/>
            <ac:spMk id="2" creationId="{6785DA0E-30E6-F69E-0B2C-E1C1C3A73E95}"/>
          </ac:spMkLst>
        </pc:spChg>
        <pc:spChg chg="add mod">
          <ac:chgData name="#CUI SHUAIWEN#" userId="35a196ea-bcb8-475e-86cf-0b9eaca8a48f" providerId="ADAL" clId="{1EBF6DE6-9DB6-4640-BE9D-E3F3693F9C6A}" dt="2024-07-30T12:14:24.681" v="1376" actId="1076"/>
          <ac:spMkLst>
            <pc:docMk/>
            <pc:sldMk cId="809026603" sldId="263"/>
            <ac:spMk id="3" creationId="{E3FED659-C7A7-AC0E-F802-2455E2480B04}"/>
          </ac:spMkLst>
        </pc:spChg>
        <pc:spChg chg="add mod">
          <ac:chgData name="#CUI SHUAIWEN#" userId="35a196ea-bcb8-475e-86cf-0b9eaca8a48f" providerId="ADAL" clId="{1EBF6DE6-9DB6-4640-BE9D-E3F3693F9C6A}" dt="2024-07-30T12:14:24.681" v="1376" actId="1076"/>
          <ac:spMkLst>
            <pc:docMk/>
            <pc:sldMk cId="809026603" sldId="263"/>
            <ac:spMk id="4" creationId="{9C0ACAF7-F756-AC1F-FF22-3486C15C29AD}"/>
          </ac:spMkLst>
        </pc:spChg>
        <pc:spChg chg="mod">
          <ac:chgData name="#CUI SHUAIWEN#" userId="35a196ea-bcb8-475e-86cf-0b9eaca8a48f" providerId="ADAL" clId="{1EBF6DE6-9DB6-4640-BE9D-E3F3693F9C6A}" dt="2024-07-30T12:14:27.718" v="1377" actId="1076"/>
          <ac:spMkLst>
            <pc:docMk/>
            <pc:sldMk cId="809026603" sldId="263"/>
            <ac:spMk id="5" creationId="{F8DA037C-B71E-3329-5423-1411C3A426ED}"/>
          </ac:spMkLst>
        </pc:spChg>
        <pc:spChg chg="del">
          <ac:chgData name="#CUI SHUAIWEN#" userId="35a196ea-bcb8-475e-86cf-0b9eaca8a48f" providerId="ADAL" clId="{1EBF6DE6-9DB6-4640-BE9D-E3F3693F9C6A}" dt="2024-07-30T12:12:04.554" v="1313" actId="478"/>
          <ac:spMkLst>
            <pc:docMk/>
            <pc:sldMk cId="809026603" sldId="263"/>
            <ac:spMk id="6" creationId="{E5ECD57F-2ABA-0DD1-CB35-C9DF5FCE1E85}"/>
          </ac:spMkLst>
        </pc:spChg>
        <pc:spChg chg="add mod">
          <ac:chgData name="#CUI SHUAIWEN#" userId="35a196ea-bcb8-475e-86cf-0b9eaca8a48f" providerId="ADAL" clId="{1EBF6DE6-9DB6-4640-BE9D-E3F3693F9C6A}" dt="2024-07-30T12:14:24.681" v="1376" actId="1076"/>
          <ac:spMkLst>
            <pc:docMk/>
            <pc:sldMk cId="809026603" sldId="263"/>
            <ac:spMk id="7" creationId="{DA37D719-2E5E-F33B-6EE7-3060E826C048}"/>
          </ac:spMkLst>
        </pc:spChg>
        <pc:spChg chg="add mod">
          <ac:chgData name="#CUI SHUAIWEN#" userId="35a196ea-bcb8-475e-86cf-0b9eaca8a48f" providerId="ADAL" clId="{1EBF6DE6-9DB6-4640-BE9D-E3F3693F9C6A}" dt="2024-07-30T12:14:55.404" v="1396" actId="14100"/>
          <ac:spMkLst>
            <pc:docMk/>
            <pc:sldMk cId="809026603" sldId="263"/>
            <ac:spMk id="8" creationId="{59BE6D8A-0E01-F4F2-35EF-19038A621D69}"/>
          </ac:spMkLst>
        </pc:spChg>
        <pc:spChg chg="add mod">
          <ac:chgData name="#CUI SHUAIWEN#" userId="35a196ea-bcb8-475e-86cf-0b9eaca8a48f" providerId="ADAL" clId="{1EBF6DE6-9DB6-4640-BE9D-E3F3693F9C6A}" dt="2024-07-30T12:17:54.857" v="1446" actId="20577"/>
          <ac:spMkLst>
            <pc:docMk/>
            <pc:sldMk cId="809026603" sldId="263"/>
            <ac:spMk id="9" creationId="{E03B5BD3-A8D6-9FAA-CB9D-0ABE1A01A6BD}"/>
          </ac:spMkLst>
        </pc:spChg>
        <pc:spChg chg="add mod">
          <ac:chgData name="#CUI SHUAIWEN#" userId="35a196ea-bcb8-475e-86cf-0b9eaca8a48f" providerId="ADAL" clId="{1EBF6DE6-9DB6-4640-BE9D-E3F3693F9C6A}" dt="2024-07-30T12:41:09.319" v="1666" actId="20577"/>
          <ac:spMkLst>
            <pc:docMk/>
            <pc:sldMk cId="809026603" sldId="263"/>
            <ac:spMk id="18" creationId="{A74DC3B3-C05C-5E01-F50C-6700D9367128}"/>
          </ac:spMkLst>
        </pc:spChg>
        <pc:spChg chg="add mod">
          <ac:chgData name="#CUI SHUAIWEN#" userId="35a196ea-bcb8-475e-86cf-0b9eaca8a48f" providerId="ADAL" clId="{1EBF6DE6-9DB6-4640-BE9D-E3F3693F9C6A}" dt="2024-07-30T12:39:06.006" v="1584" actId="1076"/>
          <ac:spMkLst>
            <pc:docMk/>
            <pc:sldMk cId="809026603" sldId="263"/>
            <ac:spMk id="19" creationId="{E9095B0B-E3D7-C984-0654-6643AD6896D3}"/>
          </ac:spMkLst>
        </pc:spChg>
        <pc:spChg chg="add mod">
          <ac:chgData name="#CUI SHUAIWEN#" userId="35a196ea-bcb8-475e-86cf-0b9eaca8a48f" providerId="ADAL" clId="{1EBF6DE6-9DB6-4640-BE9D-E3F3693F9C6A}" dt="2024-07-30T12:43:53.541" v="1786" actId="1076"/>
          <ac:spMkLst>
            <pc:docMk/>
            <pc:sldMk cId="809026603" sldId="263"/>
            <ac:spMk id="20" creationId="{E9B8D6A9-5A7B-3BD4-D7B4-7779BDEC3F69}"/>
          </ac:spMkLst>
        </pc:spChg>
        <pc:spChg chg="add mod">
          <ac:chgData name="#CUI SHUAIWEN#" userId="35a196ea-bcb8-475e-86cf-0b9eaca8a48f" providerId="ADAL" clId="{1EBF6DE6-9DB6-4640-BE9D-E3F3693F9C6A}" dt="2024-07-30T12:42:37.225" v="1724" actId="1076"/>
          <ac:spMkLst>
            <pc:docMk/>
            <pc:sldMk cId="809026603" sldId="263"/>
            <ac:spMk id="21" creationId="{F3E266BD-23D6-167F-24B6-93DB228CA1D7}"/>
          </ac:spMkLst>
        </pc:spChg>
        <pc:spChg chg="add mod">
          <ac:chgData name="#CUI SHUAIWEN#" userId="35a196ea-bcb8-475e-86cf-0b9eaca8a48f" providerId="ADAL" clId="{1EBF6DE6-9DB6-4640-BE9D-E3F3693F9C6A}" dt="2024-07-30T12:42:49.911" v="1737" actId="1076"/>
          <ac:spMkLst>
            <pc:docMk/>
            <pc:sldMk cId="809026603" sldId="263"/>
            <ac:spMk id="22" creationId="{AC631332-5E39-7FFA-E646-48707B714FD7}"/>
          </ac:spMkLst>
        </pc:spChg>
        <pc:spChg chg="add mod">
          <ac:chgData name="#CUI SHUAIWEN#" userId="35a196ea-bcb8-475e-86cf-0b9eaca8a48f" providerId="ADAL" clId="{1EBF6DE6-9DB6-4640-BE9D-E3F3693F9C6A}" dt="2024-07-30T12:43:01.936" v="1745" actId="20577"/>
          <ac:spMkLst>
            <pc:docMk/>
            <pc:sldMk cId="809026603" sldId="263"/>
            <ac:spMk id="23" creationId="{0E82BDE0-6F77-4A3D-2ED0-645D4D1804D4}"/>
          </ac:spMkLst>
        </pc:spChg>
        <pc:spChg chg="del">
          <ac:chgData name="#CUI SHUAIWEN#" userId="35a196ea-bcb8-475e-86cf-0b9eaca8a48f" providerId="ADAL" clId="{1EBF6DE6-9DB6-4640-BE9D-E3F3693F9C6A}" dt="2024-07-30T12:12:04.554" v="1313" actId="478"/>
          <ac:spMkLst>
            <pc:docMk/>
            <pc:sldMk cId="809026603" sldId="263"/>
            <ac:spMk id="24" creationId="{7E65ABA8-5AFD-2B3B-4C2C-FC6351165CA0}"/>
          </ac:spMkLst>
        </pc:spChg>
        <pc:spChg chg="add mod">
          <ac:chgData name="#CUI SHUAIWEN#" userId="35a196ea-bcb8-475e-86cf-0b9eaca8a48f" providerId="ADAL" clId="{1EBF6DE6-9DB6-4640-BE9D-E3F3693F9C6A}" dt="2024-07-30T12:43:47.967" v="1785" actId="1076"/>
          <ac:spMkLst>
            <pc:docMk/>
            <pc:sldMk cId="809026603" sldId="263"/>
            <ac:spMk id="25" creationId="{9E405DE3-819F-9535-F64F-B424E4D4DE44}"/>
          </ac:spMkLst>
        </pc:spChg>
        <pc:spChg chg="del">
          <ac:chgData name="#CUI SHUAIWEN#" userId="35a196ea-bcb8-475e-86cf-0b9eaca8a48f" providerId="ADAL" clId="{1EBF6DE6-9DB6-4640-BE9D-E3F3693F9C6A}" dt="2024-07-30T12:12:04.554" v="1313" actId="478"/>
          <ac:spMkLst>
            <pc:docMk/>
            <pc:sldMk cId="809026603" sldId="263"/>
            <ac:spMk id="26" creationId="{F5B8F065-D11F-5267-D995-58F5D870AB64}"/>
          </ac:spMkLst>
        </pc:spChg>
        <pc:spChg chg="del">
          <ac:chgData name="#CUI SHUAIWEN#" userId="35a196ea-bcb8-475e-86cf-0b9eaca8a48f" providerId="ADAL" clId="{1EBF6DE6-9DB6-4640-BE9D-E3F3693F9C6A}" dt="2024-07-30T12:12:04.554" v="1313" actId="478"/>
          <ac:spMkLst>
            <pc:docMk/>
            <pc:sldMk cId="809026603" sldId="263"/>
            <ac:spMk id="27" creationId="{299AB3C2-5E1D-9867-AB1A-627AE46D9A16}"/>
          </ac:spMkLst>
        </pc:spChg>
        <pc:spChg chg="del">
          <ac:chgData name="#CUI SHUAIWEN#" userId="35a196ea-bcb8-475e-86cf-0b9eaca8a48f" providerId="ADAL" clId="{1EBF6DE6-9DB6-4640-BE9D-E3F3693F9C6A}" dt="2024-07-30T12:12:04.554" v="1313" actId="478"/>
          <ac:spMkLst>
            <pc:docMk/>
            <pc:sldMk cId="809026603" sldId="263"/>
            <ac:spMk id="28" creationId="{907BB64D-FB25-9E93-FC46-6148C6CA2428}"/>
          </ac:spMkLst>
        </pc:spChg>
        <pc:spChg chg="add mod">
          <ac:chgData name="#CUI SHUAIWEN#" userId="35a196ea-bcb8-475e-86cf-0b9eaca8a48f" providerId="ADAL" clId="{1EBF6DE6-9DB6-4640-BE9D-E3F3693F9C6A}" dt="2024-07-30T12:43:55.537" v="1787" actId="1076"/>
          <ac:spMkLst>
            <pc:docMk/>
            <pc:sldMk cId="809026603" sldId="263"/>
            <ac:spMk id="29" creationId="{4510E818-B4A9-4B78-161F-C5404B30A766}"/>
          </ac:spMkLst>
        </pc:spChg>
        <pc:spChg chg="add mod">
          <ac:chgData name="#CUI SHUAIWEN#" userId="35a196ea-bcb8-475e-86cf-0b9eaca8a48f" providerId="ADAL" clId="{1EBF6DE6-9DB6-4640-BE9D-E3F3693F9C6A}" dt="2024-07-30T12:44:06.620" v="1795" actId="20577"/>
          <ac:spMkLst>
            <pc:docMk/>
            <pc:sldMk cId="809026603" sldId="263"/>
            <ac:spMk id="30" creationId="{47DB8EBB-8306-0175-4179-0B722CA1B829}"/>
          </ac:spMkLst>
        </pc:spChg>
        <pc:spChg chg="add mod">
          <ac:chgData name="#CUI SHUAIWEN#" userId="35a196ea-bcb8-475e-86cf-0b9eaca8a48f" providerId="ADAL" clId="{1EBF6DE6-9DB6-4640-BE9D-E3F3693F9C6A}" dt="2024-07-30T12:44:21.386" v="1808" actId="1076"/>
          <ac:spMkLst>
            <pc:docMk/>
            <pc:sldMk cId="809026603" sldId="263"/>
            <ac:spMk id="31" creationId="{5A7A5565-A491-6D3A-BBEE-1B6D87B39D49}"/>
          </ac:spMkLst>
        </pc:spChg>
        <pc:spChg chg="add mod">
          <ac:chgData name="#CUI SHUAIWEN#" userId="35a196ea-bcb8-475e-86cf-0b9eaca8a48f" providerId="ADAL" clId="{1EBF6DE6-9DB6-4640-BE9D-E3F3693F9C6A}" dt="2024-07-30T12:44:38.812" v="1815" actId="5793"/>
          <ac:spMkLst>
            <pc:docMk/>
            <pc:sldMk cId="809026603" sldId="263"/>
            <ac:spMk id="32" creationId="{0348FEBF-D137-A218-33FF-8FD3630502B6}"/>
          </ac:spMkLst>
        </pc:spChg>
        <pc:spChg chg="del">
          <ac:chgData name="#CUI SHUAIWEN#" userId="35a196ea-bcb8-475e-86cf-0b9eaca8a48f" providerId="ADAL" clId="{1EBF6DE6-9DB6-4640-BE9D-E3F3693F9C6A}" dt="2024-07-30T12:12:04.554" v="1313" actId="478"/>
          <ac:spMkLst>
            <pc:docMk/>
            <pc:sldMk cId="809026603" sldId="263"/>
            <ac:spMk id="33" creationId="{6EAF0CD4-FB23-1336-6766-0050B6255C4B}"/>
          </ac:spMkLst>
        </pc:spChg>
        <pc:spChg chg="add mod">
          <ac:chgData name="#CUI SHUAIWEN#" userId="35a196ea-bcb8-475e-86cf-0b9eaca8a48f" providerId="ADAL" clId="{1EBF6DE6-9DB6-4640-BE9D-E3F3693F9C6A}" dt="2024-07-30T12:44:51.564" v="1827" actId="20577"/>
          <ac:spMkLst>
            <pc:docMk/>
            <pc:sldMk cId="809026603" sldId="263"/>
            <ac:spMk id="34" creationId="{E76AD029-756F-9308-B366-80FB263F9120}"/>
          </ac:spMkLst>
        </pc:spChg>
        <pc:spChg chg="del">
          <ac:chgData name="#CUI SHUAIWEN#" userId="35a196ea-bcb8-475e-86cf-0b9eaca8a48f" providerId="ADAL" clId="{1EBF6DE6-9DB6-4640-BE9D-E3F3693F9C6A}" dt="2024-07-30T12:12:04.554" v="1313" actId="478"/>
          <ac:spMkLst>
            <pc:docMk/>
            <pc:sldMk cId="809026603" sldId="263"/>
            <ac:spMk id="37" creationId="{D3D1F122-7500-2AD1-E70B-5923570D1F65}"/>
          </ac:spMkLst>
        </pc:spChg>
        <pc:spChg chg="del">
          <ac:chgData name="#CUI SHUAIWEN#" userId="35a196ea-bcb8-475e-86cf-0b9eaca8a48f" providerId="ADAL" clId="{1EBF6DE6-9DB6-4640-BE9D-E3F3693F9C6A}" dt="2024-07-30T12:12:04.554" v="1313" actId="478"/>
          <ac:spMkLst>
            <pc:docMk/>
            <pc:sldMk cId="809026603" sldId="263"/>
            <ac:spMk id="39" creationId="{3E75DEBE-ACD3-2A18-33B7-DE0DD57480B0}"/>
          </ac:spMkLst>
        </pc:spChg>
        <pc:spChg chg="del">
          <ac:chgData name="#CUI SHUAIWEN#" userId="35a196ea-bcb8-475e-86cf-0b9eaca8a48f" providerId="ADAL" clId="{1EBF6DE6-9DB6-4640-BE9D-E3F3693F9C6A}" dt="2024-07-30T12:12:04.554" v="1313" actId="478"/>
          <ac:spMkLst>
            <pc:docMk/>
            <pc:sldMk cId="809026603" sldId="263"/>
            <ac:spMk id="40" creationId="{77DBE814-683E-9F38-0BC6-61ABA2F977BD}"/>
          </ac:spMkLst>
        </pc:spChg>
        <pc:spChg chg="del">
          <ac:chgData name="#CUI SHUAIWEN#" userId="35a196ea-bcb8-475e-86cf-0b9eaca8a48f" providerId="ADAL" clId="{1EBF6DE6-9DB6-4640-BE9D-E3F3693F9C6A}" dt="2024-07-30T12:12:04.554" v="1313" actId="478"/>
          <ac:spMkLst>
            <pc:docMk/>
            <pc:sldMk cId="809026603" sldId="263"/>
            <ac:spMk id="41" creationId="{0A75E8F0-A0ED-EF6E-7546-8CCA39D49869}"/>
          </ac:spMkLst>
        </pc:spChg>
        <pc:spChg chg="del">
          <ac:chgData name="#CUI SHUAIWEN#" userId="35a196ea-bcb8-475e-86cf-0b9eaca8a48f" providerId="ADAL" clId="{1EBF6DE6-9DB6-4640-BE9D-E3F3693F9C6A}" dt="2024-07-30T12:12:04.554" v="1313" actId="478"/>
          <ac:spMkLst>
            <pc:docMk/>
            <pc:sldMk cId="809026603" sldId="263"/>
            <ac:spMk id="42" creationId="{0246E21D-131C-56D9-02FA-CE602B4B17E6}"/>
          </ac:spMkLst>
        </pc:spChg>
        <pc:spChg chg="del">
          <ac:chgData name="#CUI SHUAIWEN#" userId="35a196ea-bcb8-475e-86cf-0b9eaca8a48f" providerId="ADAL" clId="{1EBF6DE6-9DB6-4640-BE9D-E3F3693F9C6A}" dt="2024-07-30T12:12:04.554" v="1313" actId="478"/>
          <ac:spMkLst>
            <pc:docMk/>
            <pc:sldMk cId="809026603" sldId="263"/>
            <ac:spMk id="43" creationId="{DE81DB9D-7F53-A069-5512-EEA3BEE0326A}"/>
          </ac:spMkLst>
        </pc:spChg>
        <pc:spChg chg="del">
          <ac:chgData name="#CUI SHUAIWEN#" userId="35a196ea-bcb8-475e-86cf-0b9eaca8a48f" providerId="ADAL" clId="{1EBF6DE6-9DB6-4640-BE9D-E3F3693F9C6A}" dt="2024-07-30T12:12:04.554" v="1313" actId="478"/>
          <ac:spMkLst>
            <pc:docMk/>
            <pc:sldMk cId="809026603" sldId="263"/>
            <ac:spMk id="44" creationId="{2597B8FB-D4F6-4C9A-2D98-1B18C0139C5C}"/>
          </ac:spMkLst>
        </pc:spChg>
        <pc:picChg chg="add del mod">
          <ac:chgData name="#CUI SHUAIWEN#" userId="35a196ea-bcb8-475e-86cf-0b9eaca8a48f" providerId="ADAL" clId="{1EBF6DE6-9DB6-4640-BE9D-E3F3693F9C6A}" dt="2024-07-30T12:48:09.928" v="1849" actId="478"/>
          <ac:picMkLst>
            <pc:docMk/>
            <pc:sldMk cId="809026603" sldId="263"/>
            <ac:picMk id="10" creationId="{8E0DA177-E0D5-FFE4-B692-0AB696258F30}"/>
          </ac:picMkLst>
        </pc:picChg>
        <pc:picChg chg="add mod">
          <ac:chgData name="#CUI SHUAIWEN#" userId="35a196ea-bcb8-475e-86cf-0b9eaca8a48f" providerId="ADAL" clId="{1EBF6DE6-9DB6-4640-BE9D-E3F3693F9C6A}" dt="2024-07-30T12:42:29.014" v="1721" actId="1076"/>
          <ac:picMkLst>
            <pc:docMk/>
            <pc:sldMk cId="809026603" sldId="263"/>
            <ac:picMk id="11" creationId="{62B96AF8-B983-8BC2-6D95-BAD5E455B51E}"/>
          </ac:picMkLst>
        </pc:picChg>
        <pc:picChg chg="add mod">
          <ac:chgData name="#CUI SHUAIWEN#" userId="35a196ea-bcb8-475e-86cf-0b9eaca8a48f" providerId="ADAL" clId="{1EBF6DE6-9DB6-4640-BE9D-E3F3693F9C6A}" dt="2024-07-30T12:42:29.014" v="1721" actId="1076"/>
          <ac:picMkLst>
            <pc:docMk/>
            <pc:sldMk cId="809026603" sldId="263"/>
            <ac:picMk id="12" creationId="{2FB18FB1-8FB9-D5FB-0E7B-D8E02CB70F4A}"/>
          </ac:picMkLst>
        </pc:picChg>
        <pc:picChg chg="add mod">
          <ac:chgData name="#CUI SHUAIWEN#" userId="35a196ea-bcb8-475e-86cf-0b9eaca8a48f" providerId="ADAL" clId="{1EBF6DE6-9DB6-4640-BE9D-E3F3693F9C6A}" dt="2024-07-30T12:42:29.014" v="1721" actId="1076"/>
          <ac:picMkLst>
            <pc:docMk/>
            <pc:sldMk cId="809026603" sldId="263"/>
            <ac:picMk id="13" creationId="{04F351D7-DF64-DDFB-F27A-916225366AFE}"/>
          </ac:picMkLst>
        </pc:picChg>
        <pc:picChg chg="add mod">
          <ac:chgData name="#CUI SHUAIWEN#" userId="35a196ea-bcb8-475e-86cf-0b9eaca8a48f" providerId="ADAL" clId="{1EBF6DE6-9DB6-4640-BE9D-E3F3693F9C6A}" dt="2024-07-30T12:44:00.157" v="1789" actId="1076"/>
          <ac:picMkLst>
            <pc:docMk/>
            <pc:sldMk cId="809026603" sldId="263"/>
            <ac:picMk id="14" creationId="{89903A35-C6E4-39B2-FEC8-CE0ABA2762F6}"/>
          </ac:picMkLst>
        </pc:picChg>
        <pc:picChg chg="add mod">
          <ac:chgData name="#CUI SHUAIWEN#" userId="35a196ea-bcb8-475e-86cf-0b9eaca8a48f" providerId="ADAL" clId="{1EBF6DE6-9DB6-4640-BE9D-E3F3693F9C6A}" dt="2024-07-30T12:43:58.014" v="1788" actId="1076"/>
          <ac:picMkLst>
            <pc:docMk/>
            <pc:sldMk cId="809026603" sldId="263"/>
            <ac:picMk id="15" creationId="{A8C6DD70-CFB7-5558-78B0-B1650DDF2FDF}"/>
          </ac:picMkLst>
        </pc:picChg>
        <pc:picChg chg="add mod">
          <ac:chgData name="#CUI SHUAIWEN#" userId="35a196ea-bcb8-475e-86cf-0b9eaca8a48f" providerId="ADAL" clId="{1EBF6DE6-9DB6-4640-BE9D-E3F3693F9C6A}" dt="2024-07-30T12:43:47.967" v="1785" actId="1076"/>
          <ac:picMkLst>
            <pc:docMk/>
            <pc:sldMk cId="809026603" sldId="263"/>
            <ac:picMk id="17" creationId="{66307983-A46E-6E62-DAE1-A6756735A05F}"/>
          </ac:picMkLst>
        </pc:picChg>
        <pc:picChg chg="add mod">
          <ac:chgData name="#CUI SHUAIWEN#" userId="35a196ea-bcb8-475e-86cf-0b9eaca8a48f" providerId="ADAL" clId="{1EBF6DE6-9DB6-4640-BE9D-E3F3693F9C6A}" dt="2024-07-30T12:45:58.429" v="1832" actId="1076"/>
          <ac:picMkLst>
            <pc:docMk/>
            <pc:sldMk cId="809026603" sldId="263"/>
            <ac:picMk id="36" creationId="{DC52443A-E7AD-7272-32FE-3BF5A055853F}"/>
          </ac:picMkLst>
        </pc:picChg>
        <pc:picChg chg="add del mod">
          <ac:chgData name="#CUI SHUAIWEN#" userId="35a196ea-bcb8-475e-86cf-0b9eaca8a48f" providerId="ADAL" clId="{1EBF6DE6-9DB6-4640-BE9D-E3F3693F9C6A}" dt="2024-07-30T12:46:08.211" v="1836" actId="478"/>
          <ac:picMkLst>
            <pc:docMk/>
            <pc:sldMk cId="809026603" sldId="263"/>
            <ac:picMk id="45" creationId="{4B9BD9C9-D053-EF5E-53C3-8733D4509B91}"/>
          </ac:picMkLst>
        </pc:picChg>
        <pc:picChg chg="add mod">
          <ac:chgData name="#CUI SHUAIWEN#" userId="35a196ea-bcb8-475e-86cf-0b9eaca8a48f" providerId="ADAL" clId="{1EBF6DE6-9DB6-4640-BE9D-E3F3693F9C6A}" dt="2024-07-30T12:46:20.601" v="1841" actId="1076"/>
          <ac:picMkLst>
            <pc:docMk/>
            <pc:sldMk cId="809026603" sldId="263"/>
            <ac:picMk id="47" creationId="{EE34B981-05A2-33E5-D78F-DBFA79C51D1F}"/>
          </ac:picMkLst>
        </pc:picChg>
        <pc:picChg chg="add mod">
          <ac:chgData name="#CUI SHUAIWEN#" userId="35a196ea-bcb8-475e-86cf-0b9eaca8a48f" providerId="ADAL" clId="{1EBF6DE6-9DB6-4640-BE9D-E3F3693F9C6A}" dt="2024-07-30T12:48:04.003" v="1847" actId="1076"/>
          <ac:picMkLst>
            <pc:docMk/>
            <pc:sldMk cId="809026603" sldId="263"/>
            <ac:picMk id="49" creationId="{56D44D29-4461-72B5-CD1E-7DE60A766310}"/>
          </ac:picMkLst>
        </pc:picChg>
        <pc:picChg chg="add mod">
          <ac:chgData name="#CUI SHUAIWEN#" userId="35a196ea-bcb8-475e-86cf-0b9eaca8a48f" providerId="ADAL" clId="{1EBF6DE6-9DB6-4640-BE9D-E3F3693F9C6A}" dt="2024-07-30T12:43:47.967" v="1785" actId="1076"/>
          <ac:picMkLst>
            <pc:docMk/>
            <pc:sldMk cId="809026603" sldId="263"/>
            <ac:picMk id="1026" creationId="{9E725E7C-7EBF-FE96-AB1F-3D6B9ABB5DA4}"/>
          </ac:picMkLst>
        </pc:picChg>
        <pc:picChg chg="add del mod">
          <ac:chgData name="#CUI SHUAIWEN#" userId="35a196ea-bcb8-475e-86cf-0b9eaca8a48f" providerId="ADAL" clId="{1EBF6DE6-9DB6-4640-BE9D-E3F3693F9C6A}" dt="2024-07-30T12:33:07.176" v="1474" actId="478"/>
          <ac:picMkLst>
            <pc:docMk/>
            <pc:sldMk cId="809026603" sldId="263"/>
            <ac:picMk id="1028" creationId="{936613FF-055D-13BC-FD83-972117785B24}"/>
          </ac:picMkLst>
        </pc:picChg>
      </pc:sldChg>
      <pc:sldChg chg="addSp delSp modSp add mod ord">
        <pc:chgData name="#CUI SHUAIWEN#" userId="35a196ea-bcb8-475e-86cf-0b9eaca8a48f" providerId="ADAL" clId="{1EBF6DE6-9DB6-4640-BE9D-E3F3693F9C6A}" dt="2024-07-30T15:14:34.564" v="2398" actId="1076"/>
        <pc:sldMkLst>
          <pc:docMk/>
          <pc:sldMk cId="2883793303" sldId="264"/>
        </pc:sldMkLst>
        <pc:spChg chg="mod ord">
          <ac:chgData name="#CUI SHUAIWEN#" userId="35a196ea-bcb8-475e-86cf-0b9eaca8a48f" providerId="ADAL" clId="{1EBF6DE6-9DB6-4640-BE9D-E3F3693F9C6A}" dt="2024-07-30T13:04:13.619" v="2215" actId="167"/>
          <ac:spMkLst>
            <pc:docMk/>
            <pc:sldMk cId="2883793303" sldId="264"/>
            <ac:spMk id="2" creationId="{6785DA0E-30E6-F69E-0B2C-E1C1C3A73E95}"/>
          </ac:spMkLst>
        </pc:spChg>
        <pc:spChg chg="add mod">
          <ac:chgData name="#CUI SHUAIWEN#" userId="35a196ea-bcb8-475e-86cf-0b9eaca8a48f" providerId="ADAL" clId="{1EBF6DE6-9DB6-4640-BE9D-E3F3693F9C6A}" dt="2024-07-30T15:11:22.249" v="2361" actId="14100"/>
          <ac:spMkLst>
            <pc:docMk/>
            <pc:sldMk cId="2883793303" sldId="264"/>
            <ac:spMk id="3" creationId="{9B6A3F0C-CF48-E7ED-BB94-E9BDEC9869A7}"/>
          </ac:spMkLst>
        </pc:spChg>
        <pc:spChg chg="del">
          <ac:chgData name="#CUI SHUAIWEN#" userId="35a196ea-bcb8-475e-86cf-0b9eaca8a48f" providerId="ADAL" clId="{1EBF6DE6-9DB6-4640-BE9D-E3F3693F9C6A}" dt="2024-07-30T13:04:03.083" v="2209" actId="478"/>
          <ac:spMkLst>
            <pc:docMk/>
            <pc:sldMk cId="2883793303" sldId="264"/>
            <ac:spMk id="3" creationId="{E3FED659-C7A7-AC0E-F802-2455E2480B04}"/>
          </ac:spMkLst>
        </pc:spChg>
        <pc:spChg chg="add mod">
          <ac:chgData name="#CUI SHUAIWEN#" userId="35a196ea-bcb8-475e-86cf-0b9eaca8a48f" providerId="ADAL" clId="{1EBF6DE6-9DB6-4640-BE9D-E3F3693F9C6A}" dt="2024-07-30T15:14:28.780" v="2397"/>
          <ac:spMkLst>
            <pc:docMk/>
            <pc:sldMk cId="2883793303" sldId="264"/>
            <ac:spMk id="4" creationId="{83CF534C-9B4B-F1CF-3B53-85A29C6321C1}"/>
          </ac:spMkLst>
        </pc:spChg>
        <pc:spChg chg="del">
          <ac:chgData name="#CUI SHUAIWEN#" userId="35a196ea-bcb8-475e-86cf-0b9eaca8a48f" providerId="ADAL" clId="{1EBF6DE6-9DB6-4640-BE9D-E3F3693F9C6A}" dt="2024-07-30T13:04:03.522" v="2210" actId="478"/>
          <ac:spMkLst>
            <pc:docMk/>
            <pc:sldMk cId="2883793303" sldId="264"/>
            <ac:spMk id="4" creationId="{9C0ACAF7-F756-AC1F-FF22-3486C15C29AD}"/>
          </ac:spMkLst>
        </pc:spChg>
        <pc:spChg chg="mod">
          <ac:chgData name="#CUI SHUAIWEN#" userId="35a196ea-bcb8-475e-86cf-0b9eaca8a48f" providerId="ADAL" clId="{1EBF6DE6-9DB6-4640-BE9D-E3F3693F9C6A}" dt="2024-07-30T12:55:59.628" v="2074" actId="1076"/>
          <ac:spMkLst>
            <pc:docMk/>
            <pc:sldMk cId="2883793303" sldId="264"/>
            <ac:spMk id="18" creationId="{A74DC3B3-C05C-5E01-F50C-6700D9367128}"/>
          </ac:spMkLst>
        </pc:spChg>
        <pc:spChg chg="mod">
          <ac:chgData name="#CUI SHUAIWEN#" userId="35a196ea-bcb8-475e-86cf-0b9eaca8a48f" providerId="ADAL" clId="{1EBF6DE6-9DB6-4640-BE9D-E3F3693F9C6A}" dt="2024-07-30T12:56:15.430" v="2079" actId="1076"/>
          <ac:spMkLst>
            <pc:docMk/>
            <pc:sldMk cId="2883793303" sldId="264"/>
            <ac:spMk id="21" creationId="{F3E266BD-23D6-167F-24B6-93DB228CA1D7}"/>
          </ac:spMkLst>
        </pc:spChg>
        <pc:spChg chg="mod">
          <ac:chgData name="#CUI SHUAIWEN#" userId="35a196ea-bcb8-475e-86cf-0b9eaca8a48f" providerId="ADAL" clId="{1EBF6DE6-9DB6-4640-BE9D-E3F3693F9C6A}" dt="2024-07-30T12:56:37.151" v="2090" actId="1076"/>
          <ac:spMkLst>
            <pc:docMk/>
            <pc:sldMk cId="2883793303" sldId="264"/>
            <ac:spMk id="22" creationId="{AC631332-5E39-7FFA-E646-48707B714FD7}"/>
          </ac:spMkLst>
        </pc:spChg>
        <pc:spChg chg="mod">
          <ac:chgData name="#CUI SHUAIWEN#" userId="35a196ea-bcb8-475e-86cf-0b9eaca8a48f" providerId="ADAL" clId="{1EBF6DE6-9DB6-4640-BE9D-E3F3693F9C6A}" dt="2024-07-30T12:56:45.577" v="2094" actId="1076"/>
          <ac:spMkLst>
            <pc:docMk/>
            <pc:sldMk cId="2883793303" sldId="264"/>
            <ac:spMk id="23" creationId="{0E82BDE0-6F77-4A3D-2ED0-645D4D1804D4}"/>
          </ac:spMkLst>
        </pc:spChg>
        <pc:spChg chg="mod">
          <ac:chgData name="#CUI SHUAIWEN#" userId="35a196ea-bcb8-475e-86cf-0b9eaca8a48f" providerId="ADAL" clId="{1EBF6DE6-9DB6-4640-BE9D-E3F3693F9C6A}" dt="2024-07-30T12:58:10.015" v="2132" actId="1076"/>
          <ac:spMkLst>
            <pc:docMk/>
            <pc:sldMk cId="2883793303" sldId="264"/>
            <ac:spMk id="25" creationId="{9E405DE3-819F-9535-F64F-B424E4D4DE44}"/>
          </ac:spMkLst>
        </pc:spChg>
        <pc:spChg chg="mod">
          <ac:chgData name="#CUI SHUAIWEN#" userId="35a196ea-bcb8-475e-86cf-0b9eaca8a48f" providerId="ADAL" clId="{1EBF6DE6-9DB6-4640-BE9D-E3F3693F9C6A}" dt="2024-07-30T12:58:12.439" v="2133" actId="1076"/>
          <ac:spMkLst>
            <pc:docMk/>
            <pc:sldMk cId="2883793303" sldId="264"/>
            <ac:spMk id="29" creationId="{4510E818-B4A9-4B78-161F-C5404B30A766}"/>
          </ac:spMkLst>
        </pc:spChg>
        <pc:spChg chg="mod">
          <ac:chgData name="#CUI SHUAIWEN#" userId="35a196ea-bcb8-475e-86cf-0b9eaca8a48f" providerId="ADAL" clId="{1EBF6DE6-9DB6-4640-BE9D-E3F3693F9C6A}" dt="2024-07-30T13:03:35.490" v="2195" actId="20577"/>
          <ac:spMkLst>
            <pc:docMk/>
            <pc:sldMk cId="2883793303" sldId="264"/>
            <ac:spMk id="32" creationId="{0348FEBF-D137-A218-33FF-8FD3630502B6}"/>
          </ac:spMkLst>
        </pc:spChg>
        <pc:spChg chg="del">
          <ac:chgData name="#CUI SHUAIWEN#" userId="35a196ea-bcb8-475e-86cf-0b9eaca8a48f" providerId="ADAL" clId="{1EBF6DE6-9DB6-4640-BE9D-E3F3693F9C6A}" dt="2024-07-30T13:03:28.635" v="2184" actId="478"/>
          <ac:spMkLst>
            <pc:docMk/>
            <pc:sldMk cId="2883793303" sldId="264"/>
            <ac:spMk id="34" creationId="{E76AD029-756F-9308-B366-80FB263F9120}"/>
          </ac:spMkLst>
        </pc:spChg>
        <pc:spChg chg="add mod">
          <ac:chgData name="#CUI SHUAIWEN#" userId="35a196ea-bcb8-475e-86cf-0b9eaca8a48f" providerId="ADAL" clId="{1EBF6DE6-9DB6-4640-BE9D-E3F3693F9C6A}" dt="2024-07-30T12:56:27.516" v="2087" actId="1076"/>
          <ac:spMkLst>
            <pc:docMk/>
            <pc:sldMk cId="2883793303" sldId="264"/>
            <ac:spMk id="1063" creationId="{159B0A6E-C9E2-E4A4-0A06-483C250E5384}"/>
          </ac:spMkLst>
        </pc:spChg>
        <pc:spChg chg="add mod">
          <ac:chgData name="#CUI SHUAIWEN#" userId="35a196ea-bcb8-475e-86cf-0b9eaca8a48f" providerId="ADAL" clId="{1EBF6DE6-9DB6-4640-BE9D-E3F3693F9C6A}" dt="2024-07-30T12:58:18.162" v="2134" actId="1076"/>
          <ac:spMkLst>
            <pc:docMk/>
            <pc:sldMk cId="2883793303" sldId="264"/>
            <ac:spMk id="1066" creationId="{779921DC-7C98-94DE-A9DA-018F020FC17D}"/>
          </ac:spMkLst>
        </pc:spChg>
        <pc:spChg chg="add mod">
          <ac:chgData name="#CUI SHUAIWEN#" userId="35a196ea-bcb8-475e-86cf-0b9eaca8a48f" providerId="ADAL" clId="{1EBF6DE6-9DB6-4640-BE9D-E3F3693F9C6A}" dt="2024-07-30T13:04:27.756" v="2228" actId="20577"/>
          <ac:spMkLst>
            <pc:docMk/>
            <pc:sldMk cId="2883793303" sldId="264"/>
            <ac:spMk id="1073" creationId="{6653F45F-97D0-1C5A-8C94-68B5FE35B50D}"/>
          </ac:spMkLst>
        </pc:spChg>
        <pc:spChg chg="add mod ord">
          <ac:chgData name="#CUI SHUAIWEN#" userId="35a196ea-bcb8-475e-86cf-0b9eaca8a48f" providerId="ADAL" clId="{1EBF6DE6-9DB6-4640-BE9D-E3F3693F9C6A}" dt="2024-07-30T13:04:16.784" v="2216" actId="408"/>
          <ac:spMkLst>
            <pc:docMk/>
            <pc:sldMk cId="2883793303" sldId="264"/>
            <ac:spMk id="1074" creationId="{2A7CA220-DCCE-66C2-D49F-A4D72CE4944D}"/>
          </ac:spMkLst>
        </pc:spChg>
        <pc:spChg chg="add del mod ord">
          <ac:chgData name="#CUI SHUAIWEN#" userId="35a196ea-bcb8-475e-86cf-0b9eaca8a48f" providerId="ADAL" clId="{1EBF6DE6-9DB6-4640-BE9D-E3F3693F9C6A}" dt="2024-07-30T15:10:16.907" v="2315" actId="478"/>
          <ac:spMkLst>
            <pc:docMk/>
            <pc:sldMk cId="2883793303" sldId="264"/>
            <ac:spMk id="1075" creationId="{C5571B0D-B396-6B34-0FF8-B1C23218E49C}"/>
          </ac:spMkLst>
        </pc:spChg>
        <pc:spChg chg="add mod">
          <ac:chgData name="#CUI SHUAIWEN#" userId="35a196ea-bcb8-475e-86cf-0b9eaca8a48f" providerId="ADAL" clId="{1EBF6DE6-9DB6-4640-BE9D-E3F3693F9C6A}" dt="2024-07-30T13:05:16.232" v="2261" actId="20577"/>
          <ac:spMkLst>
            <pc:docMk/>
            <pc:sldMk cId="2883793303" sldId="264"/>
            <ac:spMk id="1076" creationId="{B671FACC-1764-CBC2-2797-45F720EE2088}"/>
          </ac:spMkLst>
        </pc:spChg>
        <pc:picChg chg="add mod">
          <ac:chgData name="#CUI SHUAIWEN#" userId="35a196ea-bcb8-475e-86cf-0b9eaca8a48f" providerId="ADAL" clId="{1EBF6DE6-9DB6-4640-BE9D-E3F3693F9C6A}" dt="2024-07-30T15:14:34.564" v="2398" actId="1076"/>
          <ac:picMkLst>
            <pc:docMk/>
            <pc:sldMk cId="2883793303" sldId="264"/>
            <ac:picMk id="6" creationId="{B7A2CCA8-C782-F5F0-8771-AD713179D9E9}"/>
          </ac:picMkLst>
        </pc:picChg>
        <pc:picChg chg="del">
          <ac:chgData name="#CUI SHUAIWEN#" userId="35a196ea-bcb8-475e-86cf-0b9eaca8a48f" providerId="ADAL" clId="{1EBF6DE6-9DB6-4640-BE9D-E3F3693F9C6A}" dt="2024-07-30T12:48:13.059" v="1851" actId="478"/>
          <ac:picMkLst>
            <pc:docMk/>
            <pc:sldMk cId="2883793303" sldId="264"/>
            <ac:picMk id="10" creationId="{8E0DA177-E0D5-FFE4-B692-0AB696258F30}"/>
          </ac:picMkLst>
        </pc:picChg>
        <pc:picChg chg="del">
          <ac:chgData name="#CUI SHUAIWEN#" userId="35a196ea-bcb8-475e-86cf-0b9eaca8a48f" providerId="ADAL" clId="{1EBF6DE6-9DB6-4640-BE9D-E3F3693F9C6A}" dt="2024-07-30T12:49:10.818" v="1865" actId="478"/>
          <ac:picMkLst>
            <pc:docMk/>
            <pc:sldMk cId="2883793303" sldId="264"/>
            <ac:picMk id="11" creationId="{62B96AF8-B983-8BC2-6D95-BAD5E455B51E}"/>
          </ac:picMkLst>
        </pc:picChg>
        <pc:picChg chg="del">
          <ac:chgData name="#CUI SHUAIWEN#" userId="35a196ea-bcb8-475e-86cf-0b9eaca8a48f" providerId="ADAL" clId="{1EBF6DE6-9DB6-4640-BE9D-E3F3693F9C6A}" dt="2024-07-30T12:54:46.588" v="2040" actId="478"/>
          <ac:picMkLst>
            <pc:docMk/>
            <pc:sldMk cId="2883793303" sldId="264"/>
            <ac:picMk id="12" creationId="{2FB18FB1-8FB9-D5FB-0E7B-D8E02CB70F4A}"/>
          </ac:picMkLst>
        </pc:picChg>
        <pc:picChg chg="del mod">
          <ac:chgData name="#CUI SHUAIWEN#" userId="35a196ea-bcb8-475e-86cf-0b9eaca8a48f" providerId="ADAL" clId="{1EBF6DE6-9DB6-4640-BE9D-E3F3693F9C6A}" dt="2024-07-30T12:56:49.822" v="2097" actId="478"/>
          <ac:picMkLst>
            <pc:docMk/>
            <pc:sldMk cId="2883793303" sldId="264"/>
            <ac:picMk id="13" creationId="{04F351D7-DF64-DDFB-F27A-916225366AFE}"/>
          </ac:picMkLst>
        </pc:picChg>
        <pc:picChg chg="del">
          <ac:chgData name="#CUI SHUAIWEN#" userId="35a196ea-bcb8-475e-86cf-0b9eaca8a48f" providerId="ADAL" clId="{1EBF6DE6-9DB6-4640-BE9D-E3F3693F9C6A}" dt="2024-07-30T12:58:25.051" v="2136" actId="478"/>
          <ac:picMkLst>
            <pc:docMk/>
            <pc:sldMk cId="2883793303" sldId="264"/>
            <ac:picMk id="14" creationId="{89903A35-C6E4-39B2-FEC8-CE0ABA2762F6}"/>
          </ac:picMkLst>
        </pc:picChg>
        <pc:picChg chg="del">
          <ac:chgData name="#CUI SHUAIWEN#" userId="35a196ea-bcb8-475e-86cf-0b9eaca8a48f" providerId="ADAL" clId="{1EBF6DE6-9DB6-4640-BE9D-E3F3693F9C6A}" dt="2024-07-30T12:58:24.475" v="2135" actId="478"/>
          <ac:picMkLst>
            <pc:docMk/>
            <pc:sldMk cId="2883793303" sldId="264"/>
            <ac:picMk id="15" creationId="{A8C6DD70-CFB7-5558-78B0-B1650DDF2FDF}"/>
          </ac:picMkLst>
        </pc:picChg>
        <pc:picChg chg="add del mod">
          <ac:chgData name="#CUI SHUAIWEN#" userId="35a196ea-bcb8-475e-86cf-0b9eaca8a48f" providerId="ADAL" clId="{1EBF6DE6-9DB6-4640-BE9D-E3F3693F9C6A}" dt="2024-07-30T13:03:11.663" v="2180" actId="478"/>
          <ac:picMkLst>
            <pc:docMk/>
            <pc:sldMk cId="2883793303" sldId="264"/>
            <ac:picMk id="16" creationId="{88CDB233-D2EF-2489-9C6A-ED6A7861EFFF}"/>
          </ac:picMkLst>
        </pc:picChg>
        <pc:picChg chg="del mod">
          <ac:chgData name="#CUI SHUAIWEN#" userId="35a196ea-bcb8-475e-86cf-0b9eaca8a48f" providerId="ADAL" clId="{1EBF6DE6-9DB6-4640-BE9D-E3F3693F9C6A}" dt="2024-07-30T12:56:48.773" v="2096" actId="478"/>
          <ac:picMkLst>
            <pc:docMk/>
            <pc:sldMk cId="2883793303" sldId="264"/>
            <ac:picMk id="17" creationId="{66307983-A46E-6E62-DAE1-A6756735A05F}"/>
          </ac:picMkLst>
        </pc:picChg>
        <pc:picChg chg="add mod">
          <ac:chgData name="#CUI SHUAIWEN#" userId="35a196ea-bcb8-475e-86cf-0b9eaca8a48f" providerId="ADAL" clId="{1EBF6DE6-9DB6-4640-BE9D-E3F3693F9C6A}" dt="2024-07-30T12:56:33.272" v="2089" actId="1076"/>
          <ac:picMkLst>
            <pc:docMk/>
            <pc:sldMk cId="2883793303" sldId="264"/>
            <ac:picMk id="26" creationId="{7A82C53E-D794-44C8-4E4C-08F63C9839E4}"/>
          </ac:picMkLst>
        </pc:picChg>
        <pc:picChg chg="add mod">
          <ac:chgData name="#CUI SHUAIWEN#" userId="35a196ea-bcb8-475e-86cf-0b9eaca8a48f" providerId="ADAL" clId="{1EBF6DE6-9DB6-4640-BE9D-E3F3693F9C6A}" dt="2024-07-30T12:49:25.542" v="1877"/>
          <ac:picMkLst>
            <pc:docMk/>
            <pc:sldMk cId="2883793303" sldId="264"/>
            <ac:picMk id="28" creationId="{DBE58FF8-C9F3-C779-A6B0-FBB948D07C1B}"/>
          </ac:picMkLst>
        </pc:picChg>
        <pc:picChg chg="add del mod">
          <ac:chgData name="#CUI SHUAIWEN#" userId="35a196ea-bcb8-475e-86cf-0b9eaca8a48f" providerId="ADAL" clId="{1EBF6DE6-9DB6-4640-BE9D-E3F3693F9C6A}" dt="2024-07-30T12:58:00.607" v="2129" actId="478"/>
          <ac:picMkLst>
            <pc:docMk/>
            <pc:sldMk cId="2883793303" sldId="264"/>
            <ac:picMk id="35" creationId="{14001CB0-B7AA-4189-3682-1B4EF44A82EC}"/>
          </ac:picMkLst>
        </pc:picChg>
        <pc:picChg chg="mod">
          <ac:chgData name="#CUI SHUAIWEN#" userId="35a196ea-bcb8-475e-86cf-0b9eaca8a48f" providerId="ADAL" clId="{1EBF6DE6-9DB6-4640-BE9D-E3F3693F9C6A}" dt="2024-07-30T15:08:44.052" v="2272" actId="1076"/>
          <ac:picMkLst>
            <pc:docMk/>
            <pc:sldMk cId="2883793303" sldId="264"/>
            <ac:picMk id="36" creationId="{DC52443A-E7AD-7272-32FE-3BF5A055853F}"/>
          </ac:picMkLst>
        </pc:picChg>
        <pc:picChg chg="add mod">
          <ac:chgData name="#CUI SHUAIWEN#" userId="35a196ea-bcb8-475e-86cf-0b9eaca8a48f" providerId="ADAL" clId="{1EBF6DE6-9DB6-4640-BE9D-E3F3693F9C6A}" dt="2024-07-30T12:55:12.096" v="2049" actId="1076"/>
          <ac:picMkLst>
            <pc:docMk/>
            <pc:sldMk cId="2883793303" sldId="264"/>
            <ac:picMk id="38" creationId="{88ADA88B-26A0-FD50-30BB-C83FDA9DB25E}"/>
          </ac:picMkLst>
        </pc:picChg>
        <pc:picChg chg="add del mod">
          <ac:chgData name="#CUI SHUAIWEN#" userId="35a196ea-bcb8-475e-86cf-0b9eaca8a48f" providerId="ADAL" clId="{1EBF6DE6-9DB6-4640-BE9D-E3F3693F9C6A}" dt="2024-07-30T12:49:47.538" v="1893" actId="478"/>
          <ac:picMkLst>
            <pc:docMk/>
            <pc:sldMk cId="2883793303" sldId="264"/>
            <ac:picMk id="40" creationId="{24F6E77B-D9BC-DAA5-9196-B9C4A73F57E3}"/>
          </ac:picMkLst>
        </pc:picChg>
        <pc:picChg chg="add mod">
          <ac:chgData name="#CUI SHUAIWEN#" userId="35a196ea-bcb8-475e-86cf-0b9eaca8a48f" providerId="ADAL" clId="{1EBF6DE6-9DB6-4640-BE9D-E3F3693F9C6A}" dt="2024-07-30T12:56:39.345" v="2091" actId="1076"/>
          <ac:picMkLst>
            <pc:docMk/>
            <pc:sldMk cId="2883793303" sldId="264"/>
            <ac:picMk id="42" creationId="{8E4F0734-BD5C-FD27-F46A-9EF145193869}"/>
          </ac:picMkLst>
        </pc:picChg>
        <pc:picChg chg="add mod">
          <ac:chgData name="#CUI SHUAIWEN#" userId="35a196ea-bcb8-475e-86cf-0b9eaca8a48f" providerId="ADAL" clId="{1EBF6DE6-9DB6-4640-BE9D-E3F3693F9C6A}" dt="2024-07-30T12:58:12.439" v="2133" actId="1076"/>
          <ac:picMkLst>
            <pc:docMk/>
            <pc:sldMk cId="2883793303" sldId="264"/>
            <ac:picMk id="44" creationId="{65AAD902-59B9-D5D4-A200-AAE17C06E517}"/>
          </ac:picMkLst>
        </pc:picChg>
        <pc:picChg chg="add mod">
          <ac:chgData name="#CUI SHUAIWEN#" userId="35a196ea-bcb8-475e-86cf-0b9eaca8a48f" providerId="ADAL" clId="{1EBF6DE6-9DB6-4640-BE9D-E3F3693F9C6A}" dt="2024-07-30T12:58:10.015" v="2132" actId="1076"/>
          <ac:picMkLst>
            <pc:docMk/>
            <pc:sldMk cId="2883793303" sldId="264"/>
            <ac:picMk id="46" creationId="{93777FF5-E4B7-CB52-45D8-37452E121EF6}"/>
          </ac:picMkLst>
        </pc:picChg>
        <pc:picChg chg="mod">
          <ac:chgData name="#CUI SHUAIWEN#" userId="35a196ea-bcb8-475e-86cf-0b9eaca8a48f" providerId="ADAL" clId="{1EBF6DE6-9DB6-4640-BE9D-E3F3693F9C6A}" dt="2024-07-30T13:04:44.279" v="2238" actId="1076"/>
          <ac:picMkLst>
            <pc:docMk/>
            <pc:sldMk cId="2883793303" sldId="264"/>
            <ac:picMk id="47" creationId="{EE34B981-05A2-33E5-D78F-DBFA79C51D1F}"/>
          </ac:picMkLst>
        </pc:picChg>
        <pc:picChg chg="mod">
          <ac:chgData name="#CUI SHUAIWEN#" userId="35a196ea-bcb8-475e-86cf-0b9eaca8a48f" providerId="ADAL" clId="{1EBF6DE6-9DB6-4640-BE9D-E3F3693F9C6A}" dt="2024-07-30T15:11:05.378" v="2331" actId="1076"/>
          <ac:picMkLst>
            <pc:docMk/>
            <pc:sldMk cId="2883793303" sldId="264"/>
            <ac:picMk id="49" creationId="{56D44D29-4461-72B5-CD1E-7DE60A766310}"/>
          </ac:picMkLst>
        </pc:picChg>
        <pc:picChg chg="add mod">
          <ac:chgData name="#CUI SHUAIWEN#" userId="35a196ea-bcb8-475e-86cf-0b9eaca8a48f" providerId="ADAL" clId="{1EBF6DE6-9DB6-4640-BE9D-E3F3693F9C6A}" dt="2024-07-30T12:50:31.506" v="1915"/>
          <ac:picMkLst>
            <pc:docMk/>
            <pc:sldMk cId="2883793303" sldId="264"/>
            <ac:picMk id="50" creationId="{926225BF-A7D0-08A0-03A9-B817B2ACACCC}"/>
          </ac:picMkLst>
        </pc:picChg>
        <pc:picChg chg="add mod">
          <ac:chgData name="#CUI SHUAIWEN#" userId="35a196ea-bcb8-475e-86cf-0b9eaca8a48f" providerId="ADAL" clId="{1EBF6DE6-9DB6-4640-BE9D-E3F3693F9C6A}" dt="2024-07-30T12:57:02.035" v="2104" actId="1076"/>
          <ac:picMkLst>
            <pc:docMk/>
            <pc:sldMk cId="2883793303" sldId="264"/>
            <ac:picMk id="52" creationId="{CA566A11-EE97-30DA-F364-BCEAC8F61A0B}"/>
          </ac:picMkLst>
        </pc:picChg>
        <pc:picChg chg="add mod">
          <ac:chgData name="#CUI SHUAIWEN#" userId="35a196ea-bcb8-475e-86cf-0b9eaca8a48f" providerId="ADAL" clId="{1EBF6DE6-9DB6-4640-BE9D-E3F3693F9C6A}" dt="2024-07-30T15:10:27.593" v="2318" actId="1076"/>
          <ac:picMkLst>
            <pc:docMk/>
            <pc:sldMk cId="2883793303" sldId="264"/>
            <ac:picMk id="54" creationId="{9900F6F2-0270-8F95-DDD8-F58CCE0F27A8}"/>
          </ac:picMkLst>
        </pc:picChg>
        <pc:picChg chg="add mod">
          <ac:chgData name="#CUI SHUAIWEN#" userId="35a196ea-bcb8-475e-86cf-0b9eaca8a48f" providerId="ADAL" clId="{1EBF6DE6-9DB6-4640-BE9D-E3F3693F9C6A}" dt="2024-07-30T12:51:06.435" v="1933"/>
          <ac:picMkLst>
            <pc:docMk/>
            <pc:sldMk cId="2883793303" sldId="264"/>
            <ac:picMk id="56" creationId="{E28F844A-D3DA-50D3-6847-3B98E9F1C18F}"/>
          </ac:picMkLst>
        </pc:picChg>
        <pc:picChg chg="add mod">
          <ac:chgData name="#CUI SHUAIWEN#" userId="35a196ea-bcb8-475e-86cf-0b9eaca8a48f" providerId="ADAL" clId="{1EBF6DE6-9DB6-4640-BE9D-E3F3693F9C6A}" dt="2024-07-30T12:51:11.104" v="1938"/>
          <ac:picMkLst>
            <pc:docMk/>
            <pc:sldMk cId="2883793303" sldId="264"/>
            <ac:picMk id="58" creationId="{8A93163B-044A-D330-ECB8-7BB85ADC24E6}"/>
          </ac:picMkLst>
        </pc:picChg>
        <pc:picChg chg="add mod">
          <ac:chgData name="#CUI SHUAIWEN#" userId="35a196ea-bcb8-475e-86cf-0b9eaca8a48f" providerId="ADAL" clId="{1EBF6DE6-9DB6-4640-BE9D-E3F3693F9C6A}" dt="2024-07-30T15:08:40.587" v="2269" actId="1076"/>
          <ac:picMkLst>
            <pc:docMk/>
            <pc:sldMk cId="2883793303" sldId="264"/>
            <ac:picMk id="60" creationId="{4ABB1766-E11F-86CA-085B-E3DDE25D5610}"/>
          </ac:picMkLst>
        </pc:picChg>
        <pc:picChg chg="add mod">
          <ac:chgData name="#CUI SHUAIWEN#" userId="35a196ea-bcb8-475e-86cf-0b9eaca8a48f" providerId="ADAL" clId="{1EBF6DE6-9DB6-4640-BE9D-E3F3693F9C6A}" dt="2024-07-30T12:51:24.054" v="1948"/>
          <ac:picMkLst>
            <pc:docMk/>
            <pc:sldMk cId="2883793303" sldId="264"/>
            <ac:picMk id="62" creationId="{67740D65-C4AD-0876-6C6F-B391C7838E25}"/>
          </ac:picMkLst>
        </pc:picChg>
        <pc:picChg chg="add del mod">
          <ac:chgData name="#CUI SHUAIWEN#" userId="35a196ea-bcb8-475e-86cf-0b9eaca8a48f" providerId="ADAL" clId="{1EBF6DE6-9DB6-4640-BE9D-E3F3693F9C6A}" dt="2024-07-30T13:03:08.414" v="2178" actId="478"/>
          <ac:picMkLst>
            <pc:docMk/>
            <pc:sldMk cId="2883793303" sldId="264"/>
            <ac:picMk id="1024" creationId="{25B65731-2553-BBED-D552-37F96184880E}"/>
          </ac:picMkLst>
        </pc:picChg>
        <pc:picChg chg="del mod">
          <ac:chgData name="#CUI SHUAIWEN#" userId="35a196ea-bcb8-475e-86cf-0b9eaca8a48f" providerId="ADAL" clId="{1EBF6DE6-9DB6-4640-BE9D-E3F3693F9C6A}" dt="2024-07-30T12:56:48.271" v="2095" actId="478"/>
          <ac:picMkLst>
            <pc:docMk/>
            <pc:sldMk cId="2883793303" sldId="264"/>
            <ac:picMk id="1026" creationId="{9E725E7C-7EBF-FE96-AB1F-3D6B9ABB5DA4}"/>
          </ac:picMkLst>
        </pc:picChg>
        <pc:picChg chg="add del mod">
          <ac:chgData name="#CUI SHUAIWEN#" userId="35a196ea-bcb8-475e-86cf-0b9eaca8a48f" providerId="ADAL" clId="{1EBF6DE6-9DB6-4640-BE9D-E3F3693F9C6A}" dt="2024-07-30T12:51:41.495" v="1957" actId="478"/>
          <ac:picMkLst>
            <pc:docMk/>
            <pc:sldMk cId="2883793303" sldId="264"/>
            <ac:picMk id="1027" creationId="{196DD2C5-D42D-4115-EAA2-09334B053432}"/>
          </ac:picMkLst>
        </pc:picChg>
        <pc:picChg chg="add del mod">
          <ac:chgData name="#CUI SHUAIWEN#" userId="35a196ea-bcb8-475e-86cf-0b9eaca8a48f" providerId="ADAL" clId="{1EBF6DE6-9DB6-4640-BE9D-E3F3693F9C6A}" dt="2024-07-30T13:05:27.920" v="2266" actId="21"/>
          <ac:picMkLst>
            <pc:docMk/>
            <pc:sldMk cId="2883793303" sldId="264"/>
            <ac:picMk id="1029" creationId="{3907D865-BB02-70E8-56D0-6B2B7865AEFD}"/>
          </ac:picMkLst>
        </pc:picChg>
        <pc:picChg chg="add mod">
          <ac:chgData name="#CUI SHUAIWEN#" userId="35a196ea-bcb8-475e-86cf-0b9eaca8a48f" providerId="ADAL" clId="{1EBF6DE6-9DB6-4640-BE9D-E3F3693F9C6A}" dt="2024-07-30T12:52:03.636" v="1966"/>
          <ac:picMkLst>
            <pc:docMk/>
            <pc:sldMk cId="2883793303" sldId="264"/>
            <ac:picMk id="1031" creationId="{E0D4CC9F-584B-2725-FC0F-E77A9D283651}"/>
          </ac:picMkLst>
        </pc:picChg>
        <pc:picChg chg="add del mod">
          <ac:chgData name="#CUI SHUAIWEN#" userId="35a196ea-bcb8-475e-86cf-0b9eaca8a48f" providerId="ADAL" clId="{1EBF6DE6-9DB6-4640-BE9D-E3F3693F9C6A}" dt="2024-07-30T15:12:35.280" v="2386" actId="21"/>
          <ac:picMkLst>
            <pc:docMk/>
            <pc:sldMk cId="2883793303" sldId="264"/>
            <ac:picMk id="1033" creationId="{B7A2CCA8-C782-F5F0-8771-AD713179D9E9}"/>
          </ac:picMkLst>
        </pc:picChg>
        <pc:picChg chg="add mod">
          <ac:chgData name="#CUI SHUAIWEN#" userId="35a196ea-bcb8-475e-86cf-0b9eaca8a48f" providerId="ADAL" clId="{1EBF6DE6-9DB6-4640-BE9D-E3F3693F9C6A}" dt="2024-07-30T12:52:18.432" v="1976"/>
          <ac:picMkLst>
            <pc:docMk/>
            <pc:sldMk cId="2883793303" sldId="264"/>
            <ac:picMk id="1035" creationId="{6F0C2E36-AE62-6B72-E318-20408B0D4D60}"/>
          </ac:picMkLst>
        </pc:picChg>
        <pc:picChg chg="add mod">
          <ac:chgData name="#CUI SHUAIWEN#" userId="35a196ea-bcb8-475e-86cf-0b9eaca8a48f" providerId="ADAL" clId="{1EBF6DE6-9DB6-4640-BE9D-E3F3693F9C6A}" dt="2024-07-30T15:12:32.839" v="2385" actId="1076"/>
          <ac:picMkLst>
            <pc:docMk/>
            <pc:sldMk cId="2883793303" sldId="264"/>
            <ac:picMk id="1037" creationId="{C4187AF1-4975-43C5-AAA4-699465871E56}"/>
          </ac:picMkLst>
        </pc:picChg>
        <pc:picChg chg="add mod">
          <ac:chgData name="#CUI SHUAIWEN#" userId="35a196ea-bcb8-475e-86cf-0b9eaca8a48f" providerId="ADAL" clId="{1EBF6DE6-9DB6-4640-BE9D-E3F3693F9C6A}" dt="2024-07-30T15:12:32.839" v="2385" actId="1076"/>
          <ac:picMkLst>
            <pc:docMk/>
            <pc:sldMk cId="2883793303" sldId="264"/>
            <ac:picMk id="1039" creationId="{3290417E-604D-576E-C37C-93A864BFAB70}"/>
          </ac:picMkLst>
        </pc:picChg>
        <pc:picChg chg="add del mod">
          <ac:chgData name="#CUI SHUAIWEN#" userId="35a196ea-bcb8-475e-86cf-0b9eaca8a48f" providerId="ADAL" clId="{1EBF6DE6-9DB6-4640-BE9D-E3F3693F9C6A}" dt="2024-07-30T15:09:30.307" v="2294" actId="478"/>
          <ac:picMkLst>
            <pc:docMk/>
            <pc:sldMk cId="2883793303" sldId="264"/>
            <ac:picMk id="1041" creationId="{074AAEBF-AA66-933D-5E8D-3A32BF50E050}"/>
          </ac:picMkLst>
        </pc:picChg>
        <pc:picChg chg="add del mod">
          <ac:chgData name="#CUI SHUAIWEN#" userId="35a196ea-bcb8-475e-86cf-0b9eaca8a48f" providerId="ADAL" clId="{1EBF6DE6-9DB6-4640-BE9D-E3F3693F9C6A}" dt="2024-07-30T15:10:14.629" v="2312" actId="478"/>
          <ac:picMkLst>
            <pc:docMk/>
            <pc:sldMk cId="2883793303" sldId="264"/>
            <ac:picMk id="1043" creationId="{60296019-1012-4310-67A3-0CB6FFEEB2F8}"/>
          </ac:picMkLst>
        </pc:picChg>
        <pc:picChg chg="add mod">
          <ac:chgData name="#CUI SHUAIWEN#" userId="35a196ea-bcb8-475e-86cf-0b9eaca8a48f" providerId="ADAL" clId="{1EBF6DE6-9DB6-4640-BE9D-E3F3693F9C6A}" dt="2024-07-30T15:10:38.926" v="2321" actId="1076"/>
          <ac:picMkLst>
            <pc:docMk/>
            <pc:sldMk cId="2883793303" sldId="264"/>
            <ac:picMk id="1045" creationId="{32EBF548-7B23-7550-0FEF-4CD3DED5FD02}"/>
          </ac:picMkLst>
        </pc:picChg>
        <pc:picChg chg="add mod">
          <ac:chgData name="#CUI SHUAIWEN#" userId="35a196ea-bcb8-475e-86cf-0b9eaca8a48f" providerId="ADAL" clId="{1EBF6DE6-9DB6-4640-BE9D-E3F3693F9C6A}" dt="2024-07-30T12:53:42.196" v="2008"/>
          <ac:picMkLst>
            <pc:docMk/>
            <pc:sldMk cId="2883793303" sldId="264"/>
            <ac:picMk id="1047" creationId="{9B522923-2183-4119-130C-7F3CDC98BA29}"/>
          </ac:picMkLst>
        </pc:picChg>
        <pc:picChg chg="add del mod">
          <ac:chgData name="#CUI SHUAIWEN#" userId="35a196ea-bcb8-475e-86cf-0b9eaca8a48f" providerId="ADAL" clId="{1EBF6DE6-9DB6-4640-BE9D-E3F3693F9C6A}" dt="2024-07-30T15:10:19.825" v="2316" actId="478"/>
          <ac:picMkLst>
            <pc:docMk/>
            <pc:sldMk cId="2883793303" sldId="264"/>
            <ac:picMk id="1049" creationId="{86DC1487-CF19-018E-FFA2-7363122DBC62}"/>
          </ac:picMkLst>
        </pc:picChg>
        <pc:picChg chg="add del mod">
          <ac:chgData name="#CUI SHUAIWEN#" userId="35a196ea-bcb8-475e-86cf-0b9eaca8a48f" providerId="ADAL" clId="{1EBF6DE6-9DB6-4640-BE9D-E3F3693F9C6A}" dt="2024-07-30T15:10:23.903" v="2317" actId="478"/>
          <ac:picMkLst>
            <pc:docMk/>
            <pc:sldMk cId="2883793303" sldId="264"/>
            <ac:picMk id="1051" creationId="{ED8F0559-5A99-7381-8ED5-8CE664B74969}"/>
          </ac:picMkLst>
        </pc:picChg>
        <pc:picChg chg="add mod">
          <ac:chgData name="#CUI SHUAIWEN#" userId="35a196ea-bcb8-475e-86cf-0b9eaca8a48f" providerId="ADAL" clId="{1EBF6DE6-9DB6-4640-BE9D-E3F3693F9C6A}" dt="2024-07-30T12:54:05.476" v="2019"/>
          <ac:picMkLst>
            <pc:docMk/>
            <pc:sldMk cId="2883793303" sldId="264"/>
            <ac:picMk id="1053" creationId="{1F359A54-D87B-F6EA-6972-7BC75EF09D28}"/>
          </ac:picMkLst>
        </pc:picChg>
        <pc:picChg chg="add mod">
          <ac:chgData name="#CUI SHUAIWEN#" userId="35a196ea-bcb8-475e-86cf-0b9eaca8a48f" providerId="ADAL" clId="{1EBF6DE6-9DB6-4640-BE9D-E3F3693F9C6A}" dt="2024-07-30T15:08:51.437" v="2278" actId="14100"/>
          <ac:picMkLst>
            <pc:docMk/>
            <pc:sldMk cId="2883793303" sldId="264"/>
            <ac:picMk id="1055" creationId="{08B98667-ECF3-C751-E3B3-D82D214BEF93}"/>
          </ac:picMkLst>
        </pc:picChg>
        <pc:picChg chg="add mod">
          <ac:chgData name="#CUI SHUAIWEN#" userId="35a196ea-bcb8-475e-86cf-0b9eaca8a48f" providerId="ADAL" clId="{1EBF6DE6-9DB6-4640-BE9D-E3F3693F9C6A}" dt="2024-07-30T12:54:16.326" v="2029"/>
          <ac:picMkLst>
            <pc:docMk/>
            <pc:sldMk cId="2883793303" sldId="264"/>
            <ac:picMk id="1057" creationId="{B4C68670-3C03-D908-A3ED-555F5B803BE7}"/>
          </ac:picMkLst>
        </pc:picChg>
        <pc:picChg chg="add mod">
          <ac:chgData name="#CUI SHUAIWEN#" userId="35a196ea-bcb8-475e-86cf-0b9eaca8a48f" providerId="ADAL" clId="{1EBF6DE6-9DB6-4640-BE9D-E3F3693F9C6A}" dt="2024-07-30T15:08:48.697" v="2276" actId="1076"/>
          <ac:picMkLst>
            <pc:docMk/>
            <pc:sldMk cId="2883793303" sldId="264"/>
            <ac:picMk id="1059" creationId="{D3F70F2A-549F-689F-9254-183ECB4C0D86}"/>
          </ac:picMkLst>
        </pc:picChg>
        <pc:picChg chg="add del mod">
          <ac:chgData name="#CUI SHUAIWEN#" userId="35a196ea-bcb8-475e-86cf-0b9eaca8a48f" providerId="ADAL" clId="{1EBF6DE6-9DB6-4640-BE9D-E3F3693F9C6A}" dt="2024-07-30T15:10:15.042" v="2313" actId="478"/>
          <ac:picMkLst>
            <pc:docMk/>
            <pc:sldMk cId="2883793303" sldId="264"/>
            <ac:picMk id="1061" creationId="{63591746-04ED-F155-57C6-FB66F44A6BBC}"/>
          </ac:picMkLst>
        </pc:picChg>
        <pc:picChg chg="add mod">
          <ac:chgData name="#CUI SHUAIWEN#" userId="35a196ea-bcb8-475e-86cf-0b9eaca8a48f" providerId="ADAL" clId="{1EBF6DE6-9DB6-4640-BE9D-E3F3693F9C6A}" dt="2024-07-30T13:04:41.444" v="2236" actId="1076"/>
          <ac:picMkLst>
            <pc:docMk/>
            <pc:sldMk cId="2883793303" sldId="264"/>
            <ac:picMk id="1062" creationId="{47EE1DC4-6C75-A677-FA40-36CB30B4C425}"/>
          </ac:picMkLst>
        </pc:picChg>
        <pc:picChg chg="add mod">
          <ac:chgData name="#CUI SHUAIWEN#" userId="35a196ea-bcb8-475e-86cf-0b9eaca8a48f" providerId="ADAL" clId="{1EBF6DE6-9DB6-4640-BE9D-E3F3693F9C6A}" dt="2024-07-30T12:58:18.162" v="2134" actId="1076"/>
          <ac:picMkLst>
            <pc:docMk/>
            <pc:sldMk cId="2883793303" sldId="264"/>
            <ac:picMk id="1064" creationId="{35D0C491-D176-A94D-C95D-5790F39E53AC}"/>
          </ac:picMkLst>
        </pc:picChg>
        <pc:picChg chg="add mod">
          <ac:chgData name="#CUI SHUAIWEN#" userId="35a196ea-bcb8-475e-86cf-0b9eaca8a48f" providerId="ADAL" clId="{1EBF6DE6-9DB6-4640-BE9D-E3F3693F9C6A}" dt="2024-07-30T12:57:12.624" v="2109"/>
          <ac:picMkLst>
            <pc:docMk/>
            <pc:sldMk cId="2883793303" sldId="264"/>
            <ac:picMk id="1065" creationId="{6E01B841-5183-6DD2-BD38-A91D4DD6415B}"/>
          </ac:picMkLst>
        </pc:picChg>
        <pc:picChg chg="add mod">
          <ac:chgData name="#CUI SHUAIWEN#" userId="35a196ea-bcb8-475e-86cf-0b9eaca8a48f" providerId="ADAL" clId="{1EBF6DE6-9DB6-4640-BE9D-E3F3693F9C6A}" dt="2024-07-30T12:58:55.991" v="2144" actId="1076"/>
          <ac:picMkLst>
            <pc:docMk/>
            <pc:sldMk cId="2883793303" sldId="264"/>
            <ac:picMk id="1068" creationId="{FC371BA8-2AA4-5F86-4332-FC456450FCFD}"/>
          </ac:picMkLst>
        </pc:picChg>
        <pc:picChg chg="add del mod">
          <ac:chgData name="#CUI SHUAIWEN#" userId="35a196ea-bcb8-475e-86cf-0b9eaca8a48f" providerId="ADAL" clId="{1EBF6DE6-9DB6-4640-BE9D-E3F3693F9C6A}" dt="2024-07-30T12:59:31.585" v="2150" actId="478"/>
          <ac:picMkLst>
            <pc:docMk/>
            <pc:sldMk cId="2883793303" sldId="264"/>
            <ac:picMk id="1070" creationId="{F1D12C6F-78E4-F781-14F0-1729122EFED8}"/>
          </ac:picMkLst>
        </pc:picChg>
        <pc:picChg chg="add mod ord">
          <ac:chgData name="#CUI SHUAIWEN#" userId="35a196ea-bcb8-475e-86cf-0b9eaca8a48f" providerId="ADAL" clId="{1EBF6DE6-9DB6-4640-BE9D-E3F3693F9C6A}" dt="2024-07-30T13:02:41.932" v="2163" actId="1076"/>
          <ac:picMkLst>
            <pc:docMk/>
            <pc:sldMk cId="2883793303" sldId="264"/>
            <ac:picMk id="1072" creationId="{DE79ACD1-B3CF-DD77-4D92-B1F103A1F766}"/>
          </ac:picMkLst>
        </pc:picChg>
        <pc:picChg chg="add del mod">
          <ac:chgData name="#CUI SHUAIWEN#" userId="35a196ea-bcb8-475e-86cf-0b9eaca8a48f" providerId="ADAL" clId="{1EBF6DE6-9DB6-4640-BE9D-E3F3693F9C6A}" dt="2024-07-30T15:10:48.932" v="2327" actId="478"/>
          <ac:picMkLst>
            <pc:docMk/>
            <pc:sldMk cId="2883793303" sldId="264"/>
            <ac:picMk id="1077" creationId="{3907D865-BB02-70E8-56D0-6B2B7865AEFD}"/>
          </ac:picMkLst>
        </pc:picChg>
      </pc:sldChg>
      <pc:sldChg chg="add del">
        <pc:chgData name="#CUI SHUAIWEN#" userId="35a196ea-bcb8-475e-86cf-0b9eaca8a48f" providerId="ADAL" clId="{1EBF6DE6-9DB6-4640-BE9D-E3F3693F9C6A}" dt="2024-07-30T12:48:45.050" v="1854"/>
        <pc:sldMkLst>
          <pc:docMk/>
          <pc:sldMk cId="2220328077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1A6918-56B5-480C-837C-F64983257AC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4085F-6151-4238-9FB0-AB3DEC0BAE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746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ABSTRACTION [D]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4085F-6151-4238-9FB0-AB3DEC0BAEF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3141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4085F-6151-4238-9FB0-AB3DEC0BAEF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527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5792D-7796-2582-4E5C-D49CD4B61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0D5A3B-F08C-4150-BA6C-143E5CA146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22FDCF-B420-89EB-E951-CEE16DCF8C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9F726-24FB-1D03-AADF-B5BE8E4EB1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4085F-6151-4238-9FB0-AB3DEC0BAEF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06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0036E-6A0F-466D-9828-E79B3D61B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AAA45B-8574-7530-509B-3BC2E92AA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B3F200-71B9-15FE-39EC-55C34DE6C5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E1B5C-6048-1B37-23BF-D118E10C81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4085F-6151-4238-9FB0-AB3DEC0BAEF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0665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EC1D2-1E37-2089-1248-4C1F21BB6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C05F0A-90E0-6D2D-7BCC-B2D840406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A0C888-2DDB-11E4-CC85-12C9E9475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0D7BD-2792-E65A-890A-1C4892192A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4085F-6151-4238-9FB0-AB3DEC0BAEF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3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3B3DC-809F-24ED-D238-CFF46066A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79396C-F109-0DFA-A9A1-DB8487AF99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3D9309-80FB-B25F-BF59-6A2805325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7EC73-69EF-3BDF-3801-F3D828B562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4085F-6151-4238-9FB0-AB3DEC0BAEF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0259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A9AC9-DCBF-F1F6-9041-9EC369203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AB02E9-5BAC-016B-833F-0A271DBBC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05A203-CC7E-E317-D5AB-082CE13F7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0E1A6-E5C0-AAF3-9AC2-FC23ED6714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4085F-6151-4238-9FB0-AB3DEC0BAEF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5480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81B48-7CB5-5AE1-0B68-CC56CBBB0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D3D4D-16F2-9B80-1A20-AC608068C9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BCBB4D-375E-932C-44DF-8E2555370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18AF8-E517-B6CB-699D-B9CD032D46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4085F-6151-4238-9FB0-AB3DEC0BAEF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8808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8C299-3477-AFFA-0C6A-2081019CC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B947E7-F6CD-FAFB-FFB4-23374E72F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51F1EB-DFF6-DA65-B853-597EC6889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56DF1-AD1D-E72A-D943-A745F1AE5B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4085F-6151-4238-9FB0-AB3DEC0BAEF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6452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68C57-EF1C-4CCD-4897-24EBDF206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C02444-3603-EF62-DB34-72AC8E29AC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5564EA-7CB5-7E50-C7D9-CE3F1A269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D912B-FD38-7B97-C3B6-DD8AD5E189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4085F-6151-4238-9FB0-AB3DEC0BAEF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1175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85639-8D89-9C6C-E6AC-179A84DE7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3FB69-1C07-C01C-937B-6DEB5C5502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FD6BC2-68B5-04B2-A245-8287DD744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97D83-E67F-571B-95E0-08118BFAD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4085F-6151-4238-9FB0-AB3DEC0BAEF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4911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ABSTRACTION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4085F-6151-4238-9FB0-AB3DEC0BAEF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9709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ABSTRACTION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4085F-6151-4238-9FB0-AB3DEC0BAEF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6237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ABSTRACTION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4085F-6151-4238-9FB0-AB3DEC0BAEF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7868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ABSTRACTION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4085F-6151-4238-9FB0-AB3DEC0BAEF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5082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ARCHITECTURE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4085F-6151-4238-9FB0-AB3DEC0BAEF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4274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ARCHITECTURE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4085F-6151-4238-9FB0-AB3DEC0BAEF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2311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ABSTRACTION [DEPRECATED]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4085F-6151-4238-9FB0-AB3DEC0BAEF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5362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HARDWARE ABSTRACTION [DEPRECATED]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4085F-6151-4238-9FB0-AB3DEC0BAEF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8173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4085F-6151-4238-9FB0-AB3DEC0BAEF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648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3" Type="http://schemas.openxmlformats.org/officeDocument/2006/relationships/image" Target="../media/image37.jpeg"/><Relationship Id="rId7" Type="http://schemas.openxmlformats.org/officeDocument/2006/relationships/image" Target="../media/image4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eg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5.png"/><Relationship Id="rId7" Type="http://schemas.openxmlformats.org/officeDocument/2006/relationships/image" Target="../media/image4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4.png"/><Relationship Id="rId18" Type="http://schemas.openxmlformats.org/officeDocument/2006/relationships/image" Target="../media/image16.png"/><Relationship Id="rId3" Type="http://schemas.openxmlformats.org/officeDocument/2006/relationships/image" Target="../media/image6.png"/><Relationship Id="rId21" Type="http://schemas.openxmlformats.org/officeDocument/2006/relationships/image" Target="../media/image1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58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57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1.png"/><Relationship Id="rId24" Type="http://schemas.openxmlformats.org/officeDocument/2006/relationships/image" Target="../media/image61.png"/><Relationship Id="rId5" Type="http://schemas.openxmlformats.org/officeDocument/2006/relationships/image" Target="../media/image8.png"/><Relationship Id="rId15" Type="http://schemas.openxmlformats.org/officeDocument/2006/relationships/image" Target="../media/image56.png"/><Relationship Id="rId23" Type="http://schemas.openxmlformats.org/officeDocument/2006/relationships/image" Target="../media/image60.png"/><Relationship Id="rId10" Type="http://schemas.openxmlformats.org/officeDocument/2006/relationships/image" Target="../media/image53.png"/><Relationship Id="rId19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52.png"/><Relationship Id="rId14" Type="http://schemas.openxmlformats.org/officeDocument/2006/relationships/image" Target="../media/image55.png"/><Relationship Id="rId22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4.png"/><Relationship Id="rId18" Type="http://schemas.openxmlformats.org/officeDocument/2006/relationships/image" Target="../media/image16.png"/><Relationship Id="rId3" Type="http://schemas.openxmlformats.org/officeDocument/2006/relationships/image" Target="../media/image6.png"/><Relationship Id="rId21" Type="http://schemas.openxmlformats.org/officeDocument/2006/relationships/image" Target="../media/image1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58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57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1.png"/><Relationship Id="rId24" Type="http://schemas.openxmlformats.org/officeDocument/2006/relationships/image" Target="../media/image61.png"/><Relationship Id="rId5" Type="http://schemas.openxmlformats.org/officeDocument/2006/relationships/image" Target="../media/image8.png"/><Relationship Id="rId15" Type="http://schemas.openxmlformats.org/officeDocument/2006/relationships/image" Target="../media/image56.png"/><Relationship Id="rId23" Type="http://schemas.openxmlformats.org/officeDocument/2006/relationships/image" Target="../media/image60.png"/><Relationship Id="rId10" Type="http://schemas.openxmlformats.org/officeDocument/2006/relationships/image" Target="../media/image53.png"/><Relationship Id="rId19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52.png"/><Relationship Id="rId14" Type="http://schemas.openxmlformats.org/officeDocument/2006/relationships/image" Target="../media/image55.png"/><Relationship Id="rId22" Type="http://schemas.openxmlformats.org/officeDocument/2006/relationships/image" Target="../media/image5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34118FE7-F0EC-D227-8C70-F3CB0B2A7AA2}"/>
              </a:ext>
            </a:extLst>
          </p:cNvPr>
          <p:cNvGrpSpPr/>
          <p:nvPr/>
        </p:nvGrpSpPr>
        <p:grpSpPr>
          <a:xfrm>
            <a:off x="750013" y="1232899"/>
            <a:ext cx="10736495" cy="3821986"/>
            <a:chOff x="750013" y="1232899"/>
            <a:chExt cx="10736495" cy="3821986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15D295D-192D-D797-65CE-5B1844A77270}"/>
                </a:ext>
              </a:extLst>
            </p:cNvPr>
            <p:cNvSpPr/>
            <p:nvPr/>
          </p:nvSpPr>
          <p:spPr>
            <a:xfrm>
              <a:off x="750013" y="1232899"/>
              <a:ext cx="10736495" cy="3821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2061777-62FC-A769-97DE-A56293441CE0}"/>
                </a:ext>
              </a:extLst>
            </p:cNvPr>
            <p:cNvGrpSpPr/>
            <p:nvPr/>
          </p:nvGrpSpPr>
          <p:grpSpPr>
            <a:xfrm>
              <a:off x="8340587" y="1590401"/>
              <a:ext cx="2743200" cy="2743200"/>
              <a:chOff x="7621396" y="1590401"/>
              <a:chExt cx="2743200" cy="2743200"/>
            </a:xfrm>
          </p:grpSpPr>
          <p:sp>
            <p:nvSpPr>
              <p:cNvPr id="6" name="Rounded Rectangle 146">
                <a:extLst>
                  <a:ext uri="{FF2B5EF4-FFF2-40B4-BE49-F238E27FC236}">
                    <a16:creationId xmlns:a16="http://schemas.microsoft.com/office/drawing/2014/main" id="{136DF0C3-8B2C-01E3-0EB6-92BEEB34CE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21396" y="1590401"/>
                <a:ext cx="2743200" cy="2743200"/>
              </a:xfrm>
              <a:prstGeom prst="roundRect">
                <a:avLst>
                  <a:gd name="adj" fmla="val 2747"/>
                </a:avLst>
              </a:prstGeom>
              <a:solidFill>
                <a:schemeClr val="accent1">
                  <a:lumMod val="40000"/>
                  <a:lumOff val="60000"/>
                  <a:alpha val="30196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 dirty="0">
                  <a:solidFill>
                    <a:schemeClr val="accent1">
                      <a:lumMod val="50000"/>
                    </a:schemeClr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endParaRPr>
              </a:p>
            </p:txBody>
          </p:sp>
          <p:pic>
            <p:nvPicPr>
              <p:cNvPr id="8" name="Picture 7" descr="A person wearing headphones and holding a folder and pointing at a large screen&#10;&#10;AI-generated content may be incorrect.">
                <a:extLst>
                  <a:ext uri="{FF2B5EF4-FFF2-40B4-BE49-F238E27FC236}">
                    <a16:creationId xmlns:a16="http://schemas.microsoft.com/office/drawing/2014/main" id="{455F8975-C3EF-D3A3-7D77-4E4D700E21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21396" y="1590401"/>
                <a:ext cx="2743200" cy="2743200"/>
              </a:xfrm>
              <a:prstGeom prst="rect">
                <a:avLst/>
              </a:prstGeom>
            </p:spPr>
          </p:pic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B11D7D7-A58E-BE8E-FCD1-4ED5B9CB50B9}"/>
                </a:ext>
              </a:extLst>
            </p:cNvPr>
            <p:cNvGrpSpPr/>
            <p:nvPr/>
          </p:nvGrpSpPr>
          <p:grpSpPr>
            <a:xfrm>
              <a:off x="4679562" y="1590401"/>
              <a:ext cx="2743200" cy="2743200"/>
              <a:chOff x="4612780" y="1590401"/>
              <a:chExt cx="2743200" cy="2743200"/>
            </a:xfrm>
          </p:grpSpPr>
          <p:sp>
            <p:nvSpPr>
              <p:cNvPr id="5" name="Rounded Rectangle 146">
                <a:extLst>
                  <a:ext uri="{FF2B5EF4-FFF2-40B4-BE49-F238E27FC236}">
                    <a16:creationId xmlns:a16="http://schemas.microsoft.com/office/drawing/2014/main" id="{DD5C3E4A-41F0-0A37-1339-E437D6A5B85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12780" y="1590401"/>
                <a:ext cx="2743200" cy="2743200"/>
              </a:xfrm>
              <a:prstGeom prst="roundRect">
                <a:avLst>
                  <a:gd name="adj" fmla="val 2747"/>
                </a:avLst>
              </a:prstGeom>
              <a:solidFill>
                <a:schemeClr val="accent1">
                  <a:lumMod val="40000"/>
                  <a:lumOff val="60000"/>
                  <a:alpha val="30196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2000" dirty="0">
                  <a:solidFill>
                    <a:schemeClr val="accent1">
                      <a:lumMod val="50000"/>
                    </a:schemeClr>
                  </a:solidFill>
                  <a:latin typeface="Microsoft YaHei Light" panose="020B0502040204020203" pitchFamily="34" charset="-122"/>
                  <a:ea typeface="Microsoft YaHei Light" panose="020B0502040204020203" pitchFamily="34" charset="-122"/>
                </a:endParaRPr>
              </a:p>
            </p:txBody>
          </p:sp>
          <p:pic>
            <p:nvPicPr>
              <p:cNvPr id="10" name="Picture 9" descr="A computer chip with a cloud in the center&#10;&#10;AI-generated content may be incorrect.">
                <a:extLst>
                  <a:ext uri="{FF2B5EF4-FFF2-40B4-BE49-F238E27FC236}">
                    <a16:creationId xmlns:a16="http://schemas.microsoft.com/office/drawing/2014/main" id="{077465A0-E6A2-F4E4-EECD-34E03015CC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12780" y="1590401"/>
                <a:ext cx="2743200" cy="2743200"/>
              </a:xfrm>
              <a:prstGeom prst="rect">
                <a:avLst/>
              </a:prstGeom>
            </p:spPr>
          </p:pic>
        </p:grpSp>
        <p:sp>
          <p:nvSpPr>
            <p:cNvPr id="4" name="Rounded Rectangle 146">
              <a:extLst>
                <a:ext uri="{FF2B5EF4-FFF2-40B4-BE49-F238E27FC236}">
                  <a16:creationId xmlns:a16="http://schemas.microsoft.com/office/drawing/2014/main" id="{DBAC36ED-3BEE-2F74-4D0A-3A5DE1BD49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18537" y="1590401"/>
              <a:ext cx="2743200" cy="2743200"/>
            </a:xfrm>
            <a:prstGeom prst="roundRect">
              <a:avLst>
                <a:gd name="adj" fmla="val 2747"/>
              </a:avLst>
            </a:prstGeom>
            <a:solidFill>
              <a:schemeClr val="accent1">
                <a:lumMod val="40000"/>
                <a:lumOff val="60000"/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000" dirty="0">
                <a:solidFill>
                  <a:schemeClr val="accent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endParaRPr>
            </a:p>
          </p:txBody>
        </p:sp>
        <p:pic>
          <p:nvPicPr>
            <p:cNvPr id="12" name="Picture 11" descr="A white device with colorful buttons&#10;&#10;AI-generated content may be incorrect.">
              <a:extLst>
                <a:ext uri="{FF2B5EF4-FFF2-40B4-BE49-F238E27FC236}">
                  <a16:creationId xmlns:a16="http://schemas.microsoft.com/office/drawing/2014/main" id="{7412A699-8B83-434D-71AD-F608BD772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03747" y="2484398"/>
              <a:ext cx="944602" cy="944602"/>
            </a:xfrm>
            <a:prstGeom prst="rect">
              <a:avLst/>
            </a:prstGeom>
          </p:spPr>
        </p:pic>
        <p:pic>
          <p:nvPicPr>
            <p:cNvPr id="18" name="Picture 17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C11956EA-1C43-2F5B-BD6B-217881513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9530" y="2560882"/>
              <a:ext cx="802239" cy="802239"/>
            </a:xfrm>
            <a:prstGeom prst="rect">
              <a:avLst/>
            </a:prstGeom>
          </p:spPr>
        </p:pic>
        <p:pic>
          <p:nvPicPr>
            <p:cNvPr id="19" name="Picture 18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80DD7170-D49C-9D2D-78CB-032ADF03A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80555" y="2560882"/>
              <a:ext cx="802239" cy="802239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8BD5D07-1BBD-57AC-D487-74E4B16C5B43}"/>
                </a:ext>
              </a:extLst>
            </p:cNvPr>
            <p:cNvSpPr txBox="1"/>
            <p:nvPr/>
          </p:nvSpPr>
          <p:spPr>
            <a:xfrm>
              <a:off x="1428108" y="4489262"/>
              <a:ext cx="203428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WSN</a:t>
              </a:r>
            </a:p>
          </p:txBody>
        </p:sp>
        <p:pic>
          <p:nvPicPr>
            <p:cNvPr id="21" name="Picture 20" descr="A white device with colorful buttons&#10;&#10;AI-generated content may be incorrect.">
              <a:extLst>
                <a:ext uri="{FF2B5EF4-FFF2-40B4-BE49-F238E27FC236}">
                  <a16:creationId xmlns:a16="http://schemas.microsoft.com/office/drawing/2014/main" id="{E7DCB3A8-7B8A-8D33-8156-FC9CC2915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3477" y="1616280"/>
              <a:ext cx="944602" cy="944602"/>
            </a:xfrm>
            <a:prstGeom prst="rect">
              <a:avLst/>
            </a:prstGeom>
          </p:spPr>
        </p:pic>
        <p:pic>
          <p:nvPicPr>
            <p:cNvPr id="22" name="Picture 21" descr="A white device with colorful buttons&#10;&#10;AI-generated content may be incorrect.">
              <a:extLst>
                <a:ext uri="{FF2B5EF4-FFF2-40B4-BE49-F238E27FC236}">
                  <a16:creationId xmlns:a16="http://schemas.microsoft.com/office/drawing/2014/main" id="{9F2AB8C9-DB17-7B6C-EE11-D4004D1C41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3477" y="2495826"/>
              <a:ext cx="944602" cy="944602"/>
            </a:xfrm>
            <a:prstGeom prst="rect">
              <a:avLst/>
            </a:prstGeom>
          </p:spPr>
        </p:pic>
        <p:pic>
          <p:nvPicPr>
            <p:cNvPr id="23" name="Picture 22" descr="A white device with colorful buttons&#10;&#10;AI-generated content may be incorrect.">
              <a:extLst>
                <a:ext uri="{FF2B5EF4-FFF2-40B4-BE49-F238E27FC236}">
                  <a16:creationId xmlns:a16="http://schemas.microsoft.com/office/drawing/2014/main" id="{004B3658-6085-3532-7EC3-6C421EE79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3477" y="3375371"/>
              <a:ext cx="944602" cy="944602"/>
            </a:xfrm>
            <a:prstGeom prst="rect">
              <a:avLst/>
            </a:prstGeom>
          </p:spPr>
        </p:pic>
        <p:pic>
          <p:nvPicPr>
            <p:cNvPr id="24" name="Picture 23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15E8E2E-4177-E1AD-ABD0-5009D7F7C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1644" y="2779323"/>
              <a:ext cx="557875" cy="557875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2D6C65CF-5144-D1E4-0380-7BAFE864C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00000">
              <a:off x="2191644" y="2315275"/>
              <a:ext cx="557875" cy="557875"/>
            </a:xfrm>
            <a:prstGeom prst="rect">
              <a:avLst/>
            </a:prstGeom>
          </p:spPr>
        </p:pic>
        <p:pic>
          <p:nvPicPr>
            <p:cNvPr id="26" name="Picture 25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5FA02531-AA89-3EA8-7ABF-F1F40161F17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800000">
              <a:off x="2191644" y="3276702"/>
              <a:ext cx="557875" cy="557875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6FA966A-FA19-0BA1-CD5A-3076745DB183}"/>
                </a:ext>
              </a:extLst>
            </p:cNvPr>
            <p:cNvSpPr txBox="1"/>
            <p:nvPr/>
          </p:nvSpPr>
          <p:spPr>
            <a:xfrm>
              <a:off x="5034020" y="4489262"/>
              <a:ext cx="203428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IoT Server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A9AD0BF-BBE6-BED6-6977-E863CA2ED0BE}"/>
                </a:ext>
              </a:extLst>
            </p:cNvPr>
            <p:cNvSpPr txBox="1"/>
            <p:nvPr/>
          </p:nvSpPr>
          <p:spPr>
            <a:xfrm>
              <a:off x="8729609" y="4478450"/>
              <a:ext cx="203428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 Clients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194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2479B9-8D3F-CD75-7A0B-FF3D8F58ADE1}"/>
              </a:ext>
            </a:extLst>
          </p:cNvPr>
          <p:cNvSpPr>
            <a:spLocks/>
          </p:cNvSpPr>
          <p:nvPr/>
        </p:nvSpPr>
        <p:spPr>
          <a:xfrm>
            <a:off x="2577616" y="1058238"/>
            <a:ext cx="6819726" cy="4243227"/>
          </a:xfrm>
          <a:prstGeom prst="rect">
            <a:avLst/>
          </a:prstGeom>
          <a:solidFill>
            <a:srgbClr val="DAE3F5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ounded Rectangle 146">
            <a:extLst>
              <a:ext uri="{FF2B5EF4-FFF2-40B4-BE49-F238E27FC236}">
                <a16:creationId xmlns:a16="http://schemas.microsoft.com/office/drawing/2014/main" id="{F51BAF8D-8422-076A-E7CD-F8D5D1FF3389}"/>
              </a:ext>
            </a:extLst>
          </p:cNvPr>
          <p:cNvSpPr>
            <a:spLocks/>
          </p:cNvSpPr>
          <p:nvPr/>
        </p:nvSpPr>
        <p:spPr>
          <a:xfrm>
            <a:off x="2727889" y="2248867"/>
            <a:ext cx="2405936" cy="882941"/>
          </a:xfrm>
          <a:prstGeom prst="roundRect">
            <a:avLst>
              <a:gd name="adj" fmla="val 5101"/>
            </a:avLst>
          </a:prstGeom>
          <a:solidFill>
            <a:schemeClr val="accent1">
              <a:lumMod val="40000"/>
              <a:lumOff val="6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52" name="Picture 51" descr="A cloud with a wifi symbol&#10;&#10;Description automatically generated">
            <a:extLst>
              <a:ext uri="{FF2B5EF4-FFF2-40B4-BE49-F238E27FC236}">
                <a16:creationId xmlns:a16="http://schemas.microsoft.com/office/drawing/2014/main" id="{D666AAAB-AEDA-36E7-8A3E-369FF397A6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7278" y="2363306"/>
            <a:ext cx="637898" cy="637898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833BF640-5EBE-C63E-BB95-7DF7DE697C51}"/>
              </a:ext>
            </a:extLst>
          </p:cNvPr>
          <p:cNvSpPr txBox="1">
            <a:spLocks/>
          </p:cNvSpPr>
          <p:nvPr/>
        </p:nvSpPr>
        <p:spPr>
          <a:xfrm>
            <a:off x="3497844" y="2512978"/>
            <a:ext cx="16049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sp>
        <p:nvSpPr>
          <p:cNvPr id="84" name="Rounded Rectangle 146">
            <a:extLst>
              <a:ext uri="{FF2B5EF4-FFF2-40B4-BE49-F238E27FC236}">
                <a16:creationId xmlns:a16="http://schemas.microsoft.com/office/drawing/2014/main" id="{F3480A03-A3C5-B50C-1BC7-15978C64CA81}"/>
              </a:ext>
            </a:extLst>
          </p:cNvPr>
          <p:cNvSpPr>
            <a:spLocks/>
          </p:cNvSpPr>
          <p:nvPr/>
        </p:nvSpPr>
        <p:spPr>
          <a:xfrm>
            <a:off x="6840133" y="3254329"/>
            <a:ext cx="2405936" cy="882941"/>
          </a:xfrm>
          <a:prstGeom prst="roundRect">
            <a:avLst>
              <a:gd name="adj" fmla="val 5101"/>
            </a:avLst>
          </a:prstGeom>
          <a:solidFill>
            <a:schemeClr val="accent1">
              <a:lumMod val="40000"/>
              <a:lumOff val="6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58" name="Picture 57" descr="A battery and gear icon&#10;&#10;Description automatically generated">
            <a:extLst>
              <a:ext uri="{FF2B5EF4-FFF2-40B4-BE49-F238E27FC236}">
                <a16:creationId xmlns:a16="http://schemas.microsoft.com/office/drawing/2014/main" id="{B264A10F-D7E1-15D9-DD0B-4845BF07CF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189" y="3380122"/>
            <a:ext cx="637899" cy="637899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D71A0017-5451-611E-A446-4CBE6505118C}"/>
              </a:ext>
            </a:extLst>
          </p:cNvPr>
          <p:cNvSpPr txBox="1">
            <a:spLocks/>
          </p:cNvSpPr>
          <p:nvPr/>
        </p:nvSpPr>
        <p:spPr>
          <a:xfrm>
            <a:off x="7610088" y="3529794"/>
            <a:ext cx="14278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ystem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Rounded Rectangle 146">
            <a:extLst>
              <a:ext uri="{FF2B5EF4-FFF2-40B4-BE49-F238E27FC236}">
                <a16:creationId xmlns:a16="http://schemas.microsoft.com/office/drawing/2014/main" id="{0698055C-AC87-D3A6-7ECE-DE9B50B5E081}"/>
              </a:ext>
            </a:extLst>
          </p:cNvPr>
          <p:cNvSpPr>
            <a:spLocks/>
          </p:cNvSpPr>
          <p:nvPr/>
        </p:nvSpPr>
        <p:spPr>
          <a:xfrm>
            <a:off x="2728890" y="3254329"/>
            <a:ext cx="2405936" cy="882941"/>
          </a:xfrm>
          <a:prstGeom prst="roundRect">
            <a:avLst>
              <a:gd name="adj" fmla="val 5101"/>
            </a:avLst>
          </a:prstGeom>
          <a:solidFill>
            <a:schemeClr val="accent1">
              <a:lumMod val="40000"/>
              <a:lumOff val="6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64" name="Picture 63" descr="A blue and white face with waves&#10;&#10;Description automatically generated">
            <a:extLst>
              <a:ext uri="{FF2B5EF4-FFF2-40B4-BE49-F238E27FC236}">
                <a16:creationId xmlns:a16="http://schemas.microsoft.com/office/drawing/2014/main" id="{F3CB3E62-7129-A83B-06AD-A7503CE0F55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2868" y="3386392"/>
            <a:ext cx="637898" cy="637898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1C86A3B3-D20D-C274-B165-B38B7E643D20}"/>
              </a:ext>
            </a:extLst>
          </p:cNvPr>
          <p:cNvSpPr txBox="1">
            <a:spLocks/>
          </p:cNvSpPr>
          <p:nvPr/>
        </p:nvSpPr>
        <p:spPr>
          <a:xfrm>
            <a:off x="3740333" y="3511751"/>
            <a:ext cx="1295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erception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Rounded Rectangle 146">
            <a:extLst>
              <a:ext uri="{FF2B5EF4-FFF2-40B4-BE49-F238E27FC236}">
                <a16:creationId xmlns:a16="http://schemas.microsoft.com/office/drawing/2014/main" id="{AA907E62-938B-709C-253C-18E20CBE7A18}"/>
              </a:ext>
            </a:extLst>
          </p:cNvPr>
          <p:cNvSpPr>
            <a:spLocks/>
          </p:cNvSpPr>
          <p:nvPr/>
        </p:nvSpPr>
        <p:spPr>
          <a:xfrm>
            <a:off x="5248334" y="2248867"/>
            <a:ext cx="1478291" cy="1888403"/>
          </a:xfrm>
          <a:prstGeom prst="roundRect">
            <a:avLst>
              <a:gd name="adj" fmla="val 5101"/>
            </a:avLst>
          </a:prstGeom>
          <a:solidFill>
            <a:schemeClr val="accent1">
              <a:lumMod val="40000"/>
              <a:lumOff val="6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38" name="Picture 37" descr="A green circuit board with yellow and black colors&#10;&#10;Description automatically generated">
            <a:extLst>
              <a:ext uri="{FF2B5EF4-FFF2-40B4-BE49-F238E27FC236}">
                <a16:creationId xmlns:a16="http://schemas.microsoft.com/office/drawing/2014/main" id="{5A0F2C40-0558-6BCC-14B3-A5692484FD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6670" y="2362945"/>
            <a:ext cx="828351" cy="828351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1723ED7-6C91-4560-3D01-3A2C83721120}"/>
              </a:ext>
            </a:extLst>
          </p:cNvPr>
          <p:cNvSpPr txBox="1">
            <a:spLocks/>
          </p:cNvSpPr>
          <p:nvPr/>
        </p:nvSpPr>
        <p:spPr>
          <a:xfrm>
            <a:off x="5248334" y="3242881"/>
            <a:ext cx="14782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</a:p>
        </p:txBody>
      </p:sp>
      <p:sp>
        <p:nvSpPr>
          <p:cNvPr id="87" name="Rounded Rectangle 146">
            <a:extLst>
              <a:ext uri="{FF2B5EF4-FFF2-40B4-BE49-F238E27FC236}">
                <a16:creationId xmlns:a16="http://schemas.microsoft.com/office/drawing/2014/main" id="{006D6035-9D30-497A-40BA-0B9059A16645}"/>
              </a:ext>
            </a:extLst>
          </p:cNvPr>
          <p:cNvSpPr>
            <a:spLocks/>
          </p:cNvSpPr>
          <p:nvPr/>
        </p:nvSpPr>
        <p:spPr>
          <a:xfrm>
            <a:off x="6840133" y="2240424"/>
            <a:ext cx="2405936" cy="882941"/>
          </a:xfrm>
          <a:prstGeom prst="roundRect">
            <a:avLst>
              <a:gd name="adj" fmla="val 5101"/>
            </a:avLst>
          </a:prstGeom>
          <a:solidFill>
            <a:schemeClr val="accent1">
              <a:lumMod val="40000"/>
              <a:lumOff val="6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66" name="Picture 65" descr="A hand touching a blue screen&#10;&#10;Description automatically generated">
            <a:extLst>
              <a:ext uri="{FF2B5EF4-FFF2-40B4-BE49-F238E27FC236}">
                <a16:creationId xmlns:a16="http://schemas.microsoft.com/office/drawing/2014/main" id="{FEB9354A-5BC9-9B30-BAB8-70139A57234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531" y="2362945"/>
            <a:ext cx="637899" cy="637899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A8D80462-7494-7322-9712-9CFF961457F6}"/>
              </a:ext>
            </a:extLst>
          </p:cNvPr>
          <p:cNvSpPr txBox="1">
            <a:spLocks/>
          </p:cNvSpPr>
          <p:nvPr/>
        </p:nvSpPr>
        <p:spPr>
          <a:xfrm>
            <a:off x="7644488" y="2512617"/>
            <a:ext cx="11562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Interfacing</a:t>
            </a:r>
          </a:p>
        </p:txBody>
      </p:sp>
      <p:sp>
        <p:nvSpPr>
          <p:cNvPr id="3" name="Rounded Rectangle 146">
            <a:extLst>
              <a:ext uri="{FF2B5EF4-FFF2-40B4-BE49-F238E27FC236}">
                <a16:creationId xmlns:a16="http://schemas.microsoft.com/office/drawing/2014/main" id="{2EF7B9C5-EB0B-C699-4639-ED81C144F4B1}"/>
              </a:ext>
            </a:extLst>
          </p:cNvPr>
          <p:cNvSpPr>
            <a:spLocks/>
          </p:cNvSpPr>
          <p:nvPr/>
        </p:nvSpPr>
        <p:spPr>
          <a:xfrm>
            <a:off x="2727889" y="1230304"/>
            <a:ext cx="2405936" cy="882941"/>
          </a:xfrm>
          <a:prstGeom prst="roundRect">
            <a:avLst>
              <a:gd name="adj" fmla="val 5101"/>
            </a:avLst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E976C6-7794-AA80-3443-DB5509BA6B40}"/>
              </a:ext>
            </a:extLst>
          </p:cNvPr>
          <p:cNvSpPr txBox="1">
            <a:spLocks/>
          </p:cNvSpPr>
          <p:nvPr/>
        </p:nvSpPr>
        <p:spPr>
          <a:xfrm>
            <a:off x="3162759" y="1269544"/>
            <a:ext cx="1086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 Frequency</a:t>
            </a:r>
          </a:p>
        </p:txBody>
      </p:sp>
      <p:pic>
        <p:nvPicPr>
          <p:cNvPr id="18" name="Picture 17" descr="A wifi symbol with a black background&#10;&#10;Description automatically generated">
            <a:extLst>
              <a:ext uri="{FF2B5EF4-FFF2-40B4-BE49-F238E27FC236}">
                <a16:creationId xmlns:a16="http://schemas.microsoft.com/office/drawing/2014/main" id="{73868E8A-65B2-67F4-C940-D4F09F2973F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529" y="1379864"/>
            <a:ext cx="320040" cy="32004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3DF4931-10F8-DAFD-06A3-676B14FC2FC5}"/>
              </a:ext>
            </a:extLst>
          </p:cNvPr>
          <p:cNvSpPr txBox="1">
            <a:spLocks/>
          </p:cNvSpPr>
          <p:nvPr/>
        </p:nvSpPr>
        <p:spPr>
          <a:xfrm>
            <a:off x="4328631" y="1385996"/>
            <a:ext cx="5833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9A84F7-4632-D344-1DFF-F01D4A230BBC}"/>
              </a:ext>
            </a:extLst>
          </p:cNvPr>
          <p:cNvSpPr txBox="1">
            <a:spLocks/>
          </p:cNvSpPr>
          <p:nvPr/>
        </p:nvSpPr>
        <p:spPr>
          <a:xfrm>
            <a:off x="2899912" y="1762112"/>
            <a:ext cx="832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ocal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178872-1162-1D5E-1F64-741511603BCC}"/>
              </a:ext>
            </a:extLst>
          </p:cNvPr>
          <p:cNvSpPr txBox="1">
            <a:spLocks/>
          </p:cNvSpPr>
          <p:nvPr/>
        </p:nvSpPr>
        <p:spPr>
          <a:xfrm>
            <a:off x="4017460" y="1762112"/>
            <a:ext cx="832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8" name="Rounded Rectangle 146">
            <a:extLst>
              <a:ext uri="{FF2B5EF4-FFF2-40B4-BE49-F238E27FC236}">
                <a16:creationId xmlns:a16="http://schemas.microsoft.com/office/drawing/2014/main" id="{D4AAB270-5208-B33D-E0F3-ACCB17FD1829}"/>
              </a:ext>
            </a:extLst>
          </p:cNvPr>
          <p:cNvSpPr>
            <a:spLocks/>
          </p:cNvSpPr>
          <p:nvPr/>
        </p:nvSpPr>
        <p:spPr>
          <a:xfrm>
            <a:off x="6823001" y="1226083"/>
            <a:ext cx="2405936" cy="882941"/>
          </a:xfrm>
          <a:prstGeom prst="roundRect">
            <a:avLst>
              <a:gd name="adj" fmla="val 5101"/>
            </a:avLst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23" name="Picture 2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C63FA6D-36BD-AA96-5822-3B96B509128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381" y="1364476"/>
            <a:ext cx="320040" cy="320040"/>
          </a:xfrm>
          <a:prstGeom prst="rect">
            <a:avLst/>
          </a:prstGeom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E7F46D8-DB5D-FC63-FB8D-E84156A5922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829" y="1379864"/>
            <a:ext cx="320040" cy="32004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C344D71-22DA-8A55-DE34-C63715E510A8}"/>
              </a:ext>
            </a:extLst>
          </p:cNvPr>
          <p:cNvSpPr txBox="1">
            <a:spLocks/>
          </p:cNvSpPr>
          <p:nvPr/>
        </p:nvSpPr>
        <p:spPr>
          <a:xfrm>
            <a:off x="7129283" y="1355219"/>
            <a:ext cx="8998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0A5290-F469-EF10-6BD0-83C7E2FA01A0}"/>
              </a:ext>
            </a:extLst>
          </p:cNvPr>
          <p:cNvSpPr txBox="1">
            <a:spLocks/>
          </p:cNvSpPr>
          <p:nvPr/>
        </p:nvSpPr>
        <p:spPr>
          <a:xfrm>
            <a:off x="8312842" y="1385996"/>
            <a:ext cx="975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RGBLED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3AC167-8724-EDBB-85CC-29BCAEE0BABC}"/>
              </a:ext>
            </a:extLst>
          </p:cNvPr>
          <p:cNvSpPr txBox="1">
            <a:spLocks/>
          </p:cNvSpPr>
          <p:nvPr/>
        </p:nvSpPr>
        <p:spPr>
          <a:xfrm>
            <a:off x="7026895" y="1782075"/>
            <a:ext cx="832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E89890-8E7A-AB55-8C3B-26B926A54ABC}"/>
              </a:ext>
            </a:extLst>
          </p:cNvPr>
          <p:cNvSpPr txBox="1">
            <a:spLocks/>
          </p:cNvSpPr>
          <p:nvPr/>
        </p:nvSpPr>
        <p:spPr>
          <a:xfrm>
            <a:off x="8205059" y="1781820"/>
            <a:ext cx="832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ounded Rectangle 146">
            <a:extLst>
              <a:ext uri="{FF2B5EF4-FFF2-40B4-BE49-F238E27FC236}">
                <a16:creationId xmlns:a16="http://schemas.microsoft.com/office/drawing/2014/main" id="{AED8F416-0CD7-9661-4F67-A948B4B0729C}"/>
              </a:ext>
            </a:extLst>
          </p:cNvPr>
          <p:cNvSpPr>
            <a:spLocks/>
          </p:cNvSpPr>
          <p:nvPr/>
        </p:nvSpPr>
        <p:spPr>
          <a:xfrm>
            <a:off x="6840133" y="4256001"/>
            <a:ext cx="2388804" cy="882941"/>
          </a:xfrm>
          <a:prstGeom prst="roundRect">
            <a:avLst>
              <a:gd name="adj" fmla="val 5101"/>
            </a:avLst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066D1E73-4E4C-7453-F92F-65CB622F89EC}"/>
              </a:ext>
            </a:extLst>
          </p:cNvPr>
          <p:cNvSpPr>
            <a:spLocks/>
          </p:cNvSpPr>
          <p:nvPr/>
        </p:nvSpPr>
        <p:spPr>
          <a:xfrm>
            <a:off x="2751223" y="4246876"/>
            <a:ext cx="2382602" cy="882941"/>
          </a:xfrm>
          <a:prstGeom prst="roundRect">
            <a:avLst>
              <a:gd name="adj" fmla="val 5101"/>
            </a:avLst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48" name="Picture 4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A763DA4-1654-2A5E-25E2-EA0ED0B79F6D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2722" y="4424350"/>
            <a:ext cx="320040" cy="320040"/>
          </a:xfrm>
          <a:prstGeom prst="rect">
            <a:avLst/>
          </a:prstGeom>
        </p:spPr>
      </p:pic>
      <p:sp>
        <p:nvSpPr>
          <p:cNvPr id="49" name="TextBox 75">
            <a:extLst>
              <a:ext uri="{FF2B5EF4-FFF2-40B4-BE49-F238E27FC236}">
                <a16:creationId xmlns:a16="http://schemas.microsoft.com/office/drawing/2014/main" id="{1420974B-A7DF-44BA-C8B6-F20FED0B3130}"/>
              </a:ext>
            </a:extLst>
          </p:cNvPr>
          <p:cNvSpPr txBox="1">
            <a:spLocks/>
          </p:cNvSpPr>
          <p:nvPr/>
        </p:nvSpPr>
        <p:spPr>
          <a:xfrm>
            <a:off x="3497844" y="4406820"/>
            <a:ext cx="1187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MPU6050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10EDC33-F2E9-F09A-1F19-697968532853}"/>
              </a:ext>
            </a:extLst>
          </p:cNvPr>
          <p:cNvSpPr txBox="1">
            <a:spLocks/>
          </p:cNvSpPr>
          <p:nvPr/>
        </p:nvSpPr>
        <p:spPr>
          <a:xfrm>
            <a:off x="3262722" y="4727922"/>
            <a:ext cx="14222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Acceleration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C4BBA9E-C8B2-C598-A37D-3CAEA45CB536}"/>
              </a:ext>
            </a:extLst>
          </p:cNvPr>
          <p:cNvSpPr txBox="1">
            <a:spLocks/>
          </p:cNvSpPr>
          <p:nvPr/>
        </p:nvSpPr>
        <p:spPr>
          <a:xfrm>
            <a:off x="7227422" y="4406820"/>
            <a:ext cx="20015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attery Management System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5" name="Picture 5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4BBB570-F134-06A2-82BE-C3DF774E381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603" y="4424350"/>
            <a:ext cx="320040" cy="32004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045CB05A-5764-8DEE-75CA-F66114CF711F}"/>
              </a:ext>
            </a:extLst>
          </p:cNvPr>
          <p:cNvSpPr txBox="1">
            <a:spLocks/>
          </p:cNvSpPr>
          <p:nvPr/>
        </p:nvSpPr>
        <p:spPr>
          <a:xfrm>
            <a:off x="5260296" y="3511751"/>
            <a:ext cx="1466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 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R4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F3DFBAB-45E1-167E-D6B4-3C3C64DA5467}"/>
              </a:ext>
            </a:extLst>
          </p:cNvPr>
          <p:cNvSpPr txBox="1">
            <a:spLocks/>
          </p:cNvSpPr>
          <p:nvPr/>
        </p:nvSpPr>
        <p:spPr>
          <a:xfrm>
            <a:off x="5387310" y="1381759"/>
            <a:ext cx="1147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Printed Case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146">
            <a:extLst>
              <a:ext uri="{FF2B5EF4-FFF2-40B4-BE49-F238E27FC236}">
                <a16:creationId xmlns:a16="http://schemas.microsoft.com/office/drawing/2014/main" id="{6F04CBB3-D051-D032-DDB2-8B4437809CA7}"/>
              </a:ext>
            </a:extLst>
          </p:cNvPr>
          <p:cNvSpPr>
            <a:spLocks/>
          </p:cNvSpPr>
          <p:nvPr/>
        </p:nvSpPr>
        <p:spPr>
          <a:xfrm>
            <a:off x="5235218" y="4242915"/>
            <a:ext cx="1478291" cy="882941"/>
          </a:xfrm>
          <a:prstGeom prst="roundRect">
            <a:avLst>
              <a:gd name="adj" fmla="val 5101"/>
            </a:avLst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F0CBF59-54E8-3A29-4EEF-0C03CA32F4CB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949" y="4424350"/>
            <a:ext cx="320040" cy="3200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10FDB4-D065-FB9D-6F8D-5150E3FE29D6}"/>
              </a:ext>
            </a:extLst>
          </p:cNvPr>
          <p:cNvSpPr txBox="1">
            <a:spLocks/>
          </p:cNvSpPr>
          <p:nvPr/>
        </p:nvSpPr>
        <p:spPr>
          <a:xfrm>
            <a:off x="5612331" y="4389368"/>
            <a:ext cx="1013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858CB1-185F-D41E-EBA0-DCDB2F7536F8}"/>
              </a:ext>
            </a:extLst>
          </p:cNvPr>
          <p:cNvSpPr txBox="1">
            <a:spLocks/>
          </p:cNvSpPr>
          <p:nvPr/>
        </p:nvSpPr>
        <p:spPr>
          <a:xfrm>
            <a:off x="5462002" y="4727922"/>
            <a:ext cx="1013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 Card</a:t>
            </a:r>
          </a:p>
        </p:txBody>
      </p:sp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915E2D6-6F93-DE31-A14F-C2DF7B0AC567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7192" y="1360185"/>
            <a:ext cx="359860" cy="35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653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ED725B01-7B70-1D5E-2430-C5610611D8B3}"/>
              </a:ext>
            </a:extLst>
          </p:cNvPr>
          <p:cNvGrpSpPr/>
          <p:nvPr/>
        </p:nvGrpSpPr>
        <p:grpSpPr>
          <a:xfrm>
            <a:off x="2640005" y="0"/>
            <a:ext cx="6159797" cy="7358548"/>
            <a:chOff x="2640005" y="0"/>
            <a:chExt cx="6159797" cy="735854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E8E59FF-45CC-FE10-FEC8-17A957AA1EB5}"/>
                </a:ext>
              </a:extLst>
            </p:cNvPr>
            <p:cNvSpPr>
              <a:spLocks/>
            </p:cNvSpPr>
            <p:nvPr/>
          </p:nvSpPr>
          <p:spPr>
            <a:xfrm>
              <a:off x="2640005" y="0"/>
              <a:ext cx="6159797" cy="7358548"/>
            </a:xfrm>
            <a:prstGeom prst="rect">
              <a:avLst/>
            </a:prstGeom>
            <a:solidFill>
              <a:srgbClr val="DAE3F5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ounded Rectangle 146">
              <a:extLst>
                <a:ext uri="{FF2B5EF4-FFF2-40B4-BE49-F238E27FC236}">
                  <a16:creationId xmlns:a16="http://schemas.microsoft.com/office/drawing/2014/main" id="{6D4757BE-3D81-947E-EB3F-59773D6017FD}"/>
                </a:ext>
              </a:extLst>
            </p:cNvPr>
            <p:cNvSpPr>
              <a:spLocks/>
            </p:cNvSpPr>
            <p:nvPr/>
          </p:nvSpPr>
          <p:spPr>
            <a:xfrm>
              <a:off x="2955191" y="190598"/>
              <a:ext cx="1486924" cy="1067877"/>
            </a:xfrm>
            <a:prstGeom prst="roundRect">
              <a:avLst>
                <a:gd name="adj" fmla="val 5101"/>
              </a:avLst>
            </a:prstGeom>
            <a:solidFill>
              <a:srgbClr val="E7E6E6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>
                <a:latin typeface="Times New Roman" panose="02020603050405020304" pitchFamily="18" charset="0"/>
                <a:ea typeface="Microsoft YaHei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Rounded Rectangle 146">
              <a:extLst>
                <a:ext uri="{FF2B5EF4-FFF2-40B4-BE49-F238E27FC236}">
                  <a16:creationId xmlns:a16="http://schemas.microsoft.com/office/drawing/2014/main" id="{5E3421A8-BB3F-8F24-72D4-83F9A883800E}"/>
                </a:ext>
              </a:extLst>
            </p:cNvPr>
            <p:cNvSpPr>
              <a:spLocks/>
            </p:cNvSpPr>
            <p:nvPr/>
          </p:nvSpPr>
          <p:spPr>
            <a:xfrm>
              <a:off x="2955191" y="1372021"/>
              <a:ext cx="1486924" cy="1067877"/>
            </a:xfrm>
            <a:prstGeom prst="roundRect">
              <a:avLst>
                <a:gd name="adj" fmla="val 5101"/>
              </a:avLst>
            </a:prstGeom>
            <a:solidFill>
              <a:srgbClr val="E7E6E6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>
                <a:latin typeface="Times New Roman" panose="02020603050405020304" pitchFamily="18" charset="0"/>
                <a:ea typeface="Microsoft YaHei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Rounded Rectangle 146">
              <a:extLst>
                <a:ext uri="{FF2B5EF4-FFF2-40B4-BE49-F238E27FC236}">
                  <a16:creationId xmlns:a16="http://schemas.microsoft.com/office/drawing/2014/main" id="{49BFF8FF-5C97-8FC9-FEF4-B0E164778457}"/>
                </a:ext>
              </a:extLst>
            </p:cNvPr>
            <p:cNvSpPr>
              <a:spLocks/>
            </p:cNvSpPr>
            <p:nvPr/>
          </p:nvSpPr>
          <p:spPr>
            <a:xfrm>
              <a:off x="2955191" y="2553444"/>
              <a:ext cx="1486924" cy="1067877"/>
            </a:xfrm>
            <a:prstGeom prst="roundRect">
              <a:avLst>
                <a:gd name="adj" fmla="val 5101"/>
              </a:avLst>
            </a:prstGeom>
            <a:solidFill>
              <a:srgbClr val="E7E6E6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>
                <a:latin typeface="Times New Roman" panose="02020603050405020304" pitchFamily="18" charset="0"/>
                <a:ea typeface="Microsoft YaHei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Rounded Rectangle 146">
              <a:extLst>
                <a:ext uri="{FF2B5EF4-FFF2-40B4-BE49-F238E27FC236}">
                  <a16:creationId xmlns:a16="http://schemas.microsoft.com/office/drawing/2014/main" id="{6A26B6F8-FE2A-C395-B4BE-8F186B7CA030}"/>
                </a:ext>
              </a:extLst>
            </p:cNvPr>
            <p:cNvSpPr>
              <a:spLocks/>
            </p:cNvSpPr>
            <p:nvPr/>
          </p:nvSpPr>
          <p:spPr>
            <a:xfrm>
              <a:off x="2955191" y="3734867"/>
              <a:ext cx="1486924" cy="1067877"/>
            </a:xfrm>
            <a:prstGeom prst="roundRect">
              <a:avLst>
                <a:gd name="adj" fmla="val 5101"/>
              </a:avLst>
            </a:prstGeom>
            <a:solidFill>
              <a:srgbClr val="E7E6E6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>
                <a:latin typeface="Times New Roman" panose="02020603050405020304" pitchFamily="18" charset="0"/>
                <a:ea typeface="Microsoft YaHei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Rounded Rectangle 146">
              <a:extLst>
                <a:ext uri="{FF2B5EF4-FFF2-40B4-BE49-F238E27FC236}">
                  <a16:creationId xmlns:a16="http://schemas.microsoft.com/office/drawing/2014/main" id="{7E80C11F-3817-72FE-64A7-12C55CEE4B5F}"/>
                </a:ext>
              </a:extLst>
            </p:cNvPr>
            <p:cNvSpPr>
              <a:spLocks/>
            </p:cNvSpPr>
            <p:nvPr/>
          </p:nvSpPr>
          <p:spPr>
            <a:xfrm>
              <a:off x="2955191" y="4916290"/>
              <a:ext cx="1486924" cy="1067877"/>
            </a:xfrm>
            <a:prstGeom prst="roundRect">
              <a:avLst>
                <a:gd name="adj" fmla="val 5101"/>
              </a:avLst>
            </a:prstGeom>
            <a:solidFill>
              <a:srgbClr val="E7E6E6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>
                <a:latin typeface="Times New Roman" panose="02020603050405020304" pitchFamily="18" charset="0"/>
                <a:ea typeface="Microsoft YaHei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Rounded Rectangle 146">
              <a:extLst>
                <a:ext uri="{FF2B5EF4-FFF2-40B4-BE49-F238E27FC236}">
                  <a16:creationId xmlns:a16="http://schemas.microsoft.com/office/drawing/2014/main" id="{A4FE1916-60A1-8053-06C9-2CC3C6F025F7}"/>
                </a:ext>
              </a:extLst>
            </p:cNvPr>
            <p:cNvSpPr>
              <a:spLocks/>
            </p:cNvSpPr>
            <p:nvPr/>
          </p:nvSpPr>
          <p:spPr>
            <a:xfrm>
              <a:off x="2955191" y="6109406"/>
              <a:ext cx="1486924" cy="1067877"/>
            </a:xfrm>
            <a:prstGeom prst="roundRect">
              <a:avLst>
                <a:gd name="adj" fmla="val 5101"/>
              </a:avLst>
            </a:prstGeom>
            <a:solidFill>
              <a:srgbClr val="E7E6E6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>
                <a:latin typeface="Times New Roman" panose="02020603050405020304" pitchFamily="18" charset="0"/>
                <a:ea typeface="Microsoft YaHei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Rounded Rectangle 146">
              <a:extLst>
                <a:ext uri="{FF2B5EF4-FFF2-40B4-BE49-F238E27FC236}">
                  <a16:creationId xmlns:a16="http://schemas.microsoft.com/office/drawing/2014/main" id="{7C34B9F8-FBBF-F6BF-9D2E-E4D92C7BF068}"/>
                </a:ext>
              </a:extLst>
            </p:cNvPr>
            <p:cNvSpPr>
              <a:spLocks/>
            </p:cNvSpPr>
            <p:nvPr/>
          </p:nvSpPr>
          <p:spPr>
            <a:xfrm>
              <a:off x="4745188" y="6109406"/>
              <a:ext cx="1808011" cy="1067877"/>
            </a:xfrm>
            <a:prstGeom prst="roundRect">
              <a:avLst>
                <a:gd name="adj" fmla="val 5101"/>
              </a:avLst>
            </a:prstGeom>
            <a:solidFill>
              <a:srgbClr val="E7E6E6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>
                <a:latin typeface="Times New Roman" panose="02020603050405020304" pitchFamily="18" charset="0"/>
                <a:ea typeface="Microsoft YaHei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3" name="Picture 2" descr="A red and black electronic device&#10;&#10;AI-generated content may be incorrect.">
              <a:extLst>
                <a:ext uri="{FF2B5EF4-FFF2-40B4-BE49-F238E27FC236}">
                  <a16:creationId xmlns:a16="http://schemas.microsoft.com/office/drawing/2014/main" id="{12A5F4E1-4571-4150-070B-B5985A8A5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421" t="10910" r="19467" b="9279"/>
            <a:stretch>
              <a:fillRect/>
            </a:stretch>
          </p:blipFill>
          <p:spPr>
            <a:xfrm>
              <a:off x="3223965" y="6161605"/>
              <a:ext cx="949375" cy="720201"/>
            </a:xfrm>
            <a:prstGeom prst="rect">
              <a:avLst/>
            </a:prstGeom>
          </p:spPr>
        </p:pic>
        <p:pic>
          <p:nvPicPr>
            <p:cNvPr id="5" name="Picture 4" descr="A battery charging device with green batteries&#10;&#10;AI-generated content may be incorrect.">
              <a:extLst>
                <a:ext uri="{FF2B5EF4-FFF2-40B4-BE49-F238E27FC236}">
                  <a16:creationId xmlns:a16="http://schemas.microsoft.com/office/drawing/2014/main" id="{B1FE24A4-9D94-D5F8-7DC9-5CC154455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98" t="17519" r="12873" b="21334"/>
            <a:stretch>
              <a:fillRect/>
            </a:stretch>
          </p:blipFill>
          <p:spPr>
            <a:xfrm>
              <a:off x="5169843" y="6133648"/>
              <a:ext cx="1008470" cy="768617"/>
            </a:xfrm>
            <a:prstGeom prst="rect">
              <a:avLst/>
            </a:prstGeom>
          </p:spPr>
        </p:pic>
        <p:pic>
          <p:nvPicPr>
            <p:cNvPr id="15" name="Picture 14" descr="A blue electronic device with a black background&#10;&#10;AI-generated content may be incorrect.">
              <a:extLst>
                <a:ext uri="{FF2B5EF4-FFF2-40B4-BE49-F238E27FC236}">
                  <a16:creationId xmlns:a16="http://schemas.microsoft.com/office/drawing/2014/main" id="{B061EB2D-B4BB-F9E9-E818-DABBA89404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14512" y="2329446"/>
              <a:ext cx="1368280" cy="1368280"/>
            </a:xfrm>
            <a:prstGeom prst="rect">
              <a:avLst/>
            </a:prstGeom>
          </p:spPr>
        </p:pic>
        <p:pic>
          <p:nvPicPr>
            <p:cNvPr id="17" name="Picture 16" descr="A black and silver microchip&#10;&#10;AI-generated content may be incorrect.">
              <a:extLst>
                <a:ext uri="{FF2B5EF4-FFF2-40B4-BE49-F238E27FC236}">
                  <a16:creationId xmlns:a16="http://schemas.microsoft.com/office/drawing/2014/main" id="{26A6D263-6C09-0CAE-BE54-4E4C6A651A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4833" y="3672131"/>
              <a:ext cx="961281" cy="961281"/>
            </a:xfrm>
            <a:prstGeom prst="rect">
              <a:avLst/>
            </a:prstGeom>
          </p:spPr>
        </p:pic>
        <p:pic>
          <p:nvPicPr>
            <p:cNvPr id="19" name="Picture 18" descr="A red circuit board with black and red components&#10;&#10;AI-generated content may be incorrect.">
              <a:extLst>
                <a:ext uri="{FF2B5EF4-FFF2-40B4-BE49-F238E27FC236}">
                  <a16:creationId xmlns:a16="http://schemas.microsoft.com/office/drawing/2014/main" id="{7B35D766-D097-7B85-5166-545315FCB2C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430" y="1405901"/>
              <a:ext cx="867555" cy="799152"/>
            </a:xfrm>
            <a:prstGeom prst="rect">
              <a:avLst/>
            </a:prstGeom>
          </p:spPr>
        </p:pic>
        <p:pic>
          <p:nvPicPr>
            <p:cNvPr id="23" name="Picture 22" descr="A close-up of a circuit board&#10;&#10;AI-generated content may be incorrect.">
              <a:extLst>
                <a:ext uri="{FF2B5EF4-FFF2-40B4-BE49-F238E27FC236}">
                  <a16:creationId xmlns:a16="http://schemas.microsoft.com/office/drawing/2014/main" id="{278645CE-1445-658B-6C00-6AE8556B0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67005" y="171529"/>
              <a:ext cx="1249494" cy="937662"/>
            </a:xfrm>
            <a:prstGeom prst="rect">
              <a:avLst/>
            </a:prstGeom>
          </p:spPr>
        </p:pic>
        <p:pic>
          <p:nvPicPr>
            <p:cNvPr id="25" name="Picture 24" descr="A black antenna with a black antenna and a black circuit board&#10;&#10;AI-generated content may be incorrect.">
              <a:extLst>
                <a:ext uri="{FF2B5EF4-FFF2-40B4-BE49-F238E27FC236}">
                  <a16:creationId xmlns:a16="http://schemas.microsoft.com/office/drawing/2014/main" id="{1A7B392D-59F5-3047-2295-ABEF2DBA7A9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67005" y="4839885"/>
              <a:ext cx="1280968" cy="961281"/>
            </a:xfrm>
            <a:prstGeom prst="rect">
              <a:avLst/>
            </a:prstGeom>
          </p:spPr>
        </p:pic>
        <p:sp>
          <p:nvSpPr>
            <p:cNvPr id="28" name="Rounded Rectangle 146">
              <a:extLst>
                <a:ext uri="{FF2B5EF4-FFF2-40B4-BE49-F238E27FC236}">
                  <a16:creationId xmlns:a16="http://schemas.microsoft.com/office/drawing/2014/main" id="{1C7B7752-B6AC-206B-11C4-B8A246EE0136}"/>
                </a:ext>
              </a:extLst>
            </p:cNvPr>
            <p:cNvSpPr>
              <a:spLocks/>
            </p:cNvSpPr>
            <p:nvPr/>
          </p:nvSpPr>
          <p:spPr>
            <a:xfrm>
              <a:off x="6785653" y="6109406"/>
              <a:ext cx="1841512" cy="1067877"/>
            </a:xfrm>
            <a:prstGeom prst="roundRect">
              <a:avLst>
                <a:gd name="adj" fmla="val 5101"/>
              </a:avLst>
            </a:prstGeom>
            <a:solidFill>
              <a:srgbClr val="E7E6E6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>
                <a:latin typeface="Times New Roman" panose="02020603050405020304" pitchFamily="18" charset="0"/>
                <a:ea typeface="Microsoft YaHei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27" name="Picture 26" descr="A couple of white boxes with wires&#10;&#10;AI-generated content may be incorrect.">
              <a:extLst>
                <a:ext uri="{FF2B5EF4-FFF2-40B4-BE49-F238E27FC236}">
                  <a16:creationId xmlns:a16="http://schemas.microsoft.com/office/drawing/2014/main" id="{E6B8C293-AC93-AAA8-E183-8EC19D2E9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762" r="1863" b="15277"/>
            <a:stretch>
              <a:fillRect/>
            </a:stretch>
          </p:blipFill>
          <p:spPr>
            <a:xfrm rot="20700000">
              <a:off x="7275916" y="6041571"/>
              <a:ext cx="892268" cy="952954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9EFFF14-FF95-F5EF-9B39-37483A897337}"/>
                </a:ext>
              </a:extLst>
            </p:cNvPr>
            <p:cNvSpPr txBox="1"/>
            <p:nvPr/>
          </p:nvSpPr>
          <p:spPr>
            <a:xfrm>
              <a:off x="3044806" y="1033466"/>
              <a:ext cx="13641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Arduino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8DCFC0F-4685-71DD-FBF3-58544F304992}"/>
                </a:ext>
              </a:extLst>
            </p:cNvPr>
            <p:cNvSpPr txBox="1"/>
            <p:nvPr/>
          </p:nvSpPr>
          <p:spPr>
            <a:xfrm>
              <a:off x="3044806" y="2116279"/>
              <a:ext cx="14344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Sensor Board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1C1A863-0D25-363B-9CC9-AFD3A56C1816}"/>
                </a:ext>
              </a:extLst>
            </p:cNvPr>
            <p:cNvSpPr txBox="1"/>
            <p:nvPr/>
          </p:nvSpPr>
          <p:spPr>
            <a:xfrm>
              <a:off x="2991936" y="3333577"/>
              <a:ext cx="14344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MPU6050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6F36453-B760-71C1-CFD1-51F4C78765CF}"/>
                </a:ext>
              </a:extLst>
            </p:cNvPr>
            <p:cNvSpPr txBox="1"/>
            <p:nvPr/>
          </p:nvSpPr>
          <p:spPr>
            <a:xfrm>
              <a:off x="2974536" y="4461354"/>
              <a:ext cx="14344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TF Card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7AA77FD-D077-FAF1-F606-4BCD3ED38276}"/>
                </a:ext>
              </a:extLst>
            </p:cNvPr>
            <p:cNvSpPr txBox="1"/>
            <p:nvPr/>
          </p:nvSpPr>
          <p:spPr>
            <a:xfrm>
              <a:off x="2998257" y="5636830"/>
              <a:ext cx="14344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nRF24L01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DF65B6B-07BA-8874-1ACA-52EA3C69635F}"/>
                </a:ext>
              </a:extLst>
            </p:cNvPr>
            <p:cNvSpPr txBox="1"/>
            <p:nvPr/>
          </p:nvSpPr>
          <p:spPr>
            <a:xfrm>
              <a:off x="3007684" y="6851278"/>
              <a:ext cx="14344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RGB-LED</a:t>
              </a:r>
            </a:p>
          </p:txBody>
        </p:sp>
        <p:sp>
          <p:nvSpPr>
            <p:cNvPr id="35" name="TextBox 33">
              <a:extLst>
                <a:ext uri="{FF2B5EF4-FFF2-40B4-BE49-F238E27FC236}">
                  <a16:creationId xmlns:a16="http://schemas.microsoft.com/office/drawing/2014/main" id="{4DF65B6B-07BA-8874-1ACA-52EA3C69635F}"/>
                </a:ext>
              </a:extLst>
            </p:cNvPr>
            <p:cNvSpPr txBox="1"/>
            <p:nvPr/>
          </p:nvSpPr>
          <p:spPr>
            <a:xfrm>
              <a:off x="4901322" y="6820211"/>
              <a:ext cx="17045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Battery &amp; BMS</a:t>
              </a:r>
            </a:p>
          </p:txBody>
        </p:sp>
        <p:sp>
          <p:nvSpPr>
            <p:cNvPr id="36" name="TextBox 33">
              <a:extLst>
                <a:ext uri="{FF2B5EF4-FFF2-40B4-BE49-F238E27FC236}">
                  <a16:creationId xmlns:a16="http://schemas.microsoft.com/office/drawing/2014/main" id="{C530E6DC-1B81-29CD-7F48-9811BA71AD31}"/>
                </a:ext>
              </a:extLst>
            </p:cNvPr>
            <p:cNvSpPr txBox="1"/>
            <p:nvPr/>
          </p:nvSpPr>
          <p:spPr>
            <a:xfrm>
              <a:off x="6924091" y="6860386"/>
              <a:ext cx="1557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Enclosure</a:t>
              </a:r>
            </a:p>
          </p:txBody>
        </p:sp>
        <p:sp>
          <p:nvSpPr>
            <p:cNvPr id="41" name="Rounded Rectangle 146">
              <a:extLst>
                <a:ext uri="{FF2B5EF4-FFF2-40B4-BE49-F238E27FC236}">
                  <a16:creationId xmlns:a16="http://schemas.microsoft.com/office/drawing/2014/main" id="{44C2B25E-0628-F7AD-F059-00FFFDF74E81}"/>
                </a:ext>
              </a:extLst>
            </p:cNvPr>
            <p:cNvSpPr>
              <a:spLocks/>
            </p:cNvSpPr>
            <p:nvPr/>
          </p:nvSpPr>
          <p:spPr>
            <a:xfrm>
              <a:off x="4726089" y="190599"/>
              <a:ext cx="3901076" cy="2711186"/>
            </a:xfrm>
            <a:prstGeom prst="roundRect">
              <a:avLst>
                <a:gd name="adj" fmla="val 2043"/>
              </a:avLst>
            </a:prstGeom>
            <a:solidFill>
              <a:srgbClr val="E7E6E6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>
                <a:latin typeface="Times New Roman" panose="02020603050405020304" pitchFamily="18" charset="0"/>
                <a:ea typeface="Microsoft YaHei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3" name="Rounded Rectangle 146">
              <a:extLst>
                <a:ext uri="{FF2B5EF4-FFF2-40B4-BE49-F238E27FC236}">
                  <a16:creationId xmlns:a16="http://schemas.microsoft.com/office/drawing/2014/main" id="{9C486C9D-DA8B-42B4-3D07-02E72ECC71B7}"/>
                </a:ext>
              </a:extLst>
            </p:cNvPr>
            <p:cNvSpPr>
              <a:spLocks/>
            </p:cNvSpPr>
            <p:nvPr/>
          </p:nvSpPr>
          <p:spPr>
            <a:xfrm>
              <a:off x="4734098" y="3114174"/>
              <a:ext cx="3901076" cy="2869993"/>
            </a:xfrm>
            <a:prstGeom prst="roundRect">
              <a:avLst>
                <a:gd name="adj" fmla="val 2043"/>
              </a:avLst>
            </a:prstGeom>
            <a:solidFill>
              <a:srgbClr val="E7E6E6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>
                <a:latin typeface="Times New Roman" panose="02020603050405020304" pitchFamily="18" charset="0"/>
                <a:ea typeface="Microsoft YaHei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38" name="Picture 37" descr="A circuit board with wires and batteries&#10;&#10;AI-generated content may be incorrect.">
              <a:extLst>
                <a:ext uri="{FF2B5EF4-FFF2-40B4-BE49-F238E27FC236}">
                  <a16:creationId xmlns:a16="http://schemas.microsoft.com/office/drawing/2014/main" id="{168B38AE-4E84-9352-1D50-80AD8C10BB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25995" y="246975"/>
              <a:ext cx="3443225" cy="2583911"/>
            </a:xfrm>
            <a:prstGeom prst="rect">
              <a:avLst/>
            </a:prstGeom>
          </p:spPr>
        </p:pic>
        <p:pic>
          <p:nvPicPr>
            <p:cNvPr id="40" name="Picture 39" descr="A group of electronic devices&#10;&#10;AI-generated content may be incorrect.">
              <a:extLst>
                <a:ext uri="{FF2B5EF4-FFF2-40B4-BE49-F238E27FC236}">
                  <a16:creationId xmlns:a16="http://schemas.microsoft.com/office/drawing/2014/main" id="{75A79965-6937-893F-8F62-682E3486A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21195" y="3154856"/>
              <a:ext cx="3265606" cy="2450620"/>
            </a:xfrm>
            <a:prstGeom prst="rect">
              <a:avLst/>
            </a:prstGeom>
          </p:spPr>
        </p:pic>
        <p:sp>
          <p:nvSpPr>
            <p:cNvPr id="44" name="TextBox 33">
              <a:extLst>
                <a:ext uri="{FF2B5EF4-FFF2-40B4-BE49-F238E27FC236}">
                  <a16:creationId xmlns:a16="http://schemas.microsoft.com/office/drawing/2014/main" id="{2501E02C-69FA-8D2B-A443-6547FED9D9BD}"/>
                </a:ext>
              </a:extLst>
            </p:cNvPr>
            <p:cNvSpPr txBox="1"/>
            <p:nvPr/>
          </p:nvSpPr>
          <p:spPr>
            <a:xfrm>
              <a:off x="5553789" y="2538301"/>
              <a:ext cx="2278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Single </a:t>
              </a:r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ArduinoNode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Box 33">
              <a:extLst>
                <a:ext uri="{FF2B5EF4-FFF2-40B4-BE49-F238E27FC236}">
                  <a16:creationId xmlns:a16="http://schemas.microsoft.com/office/drawing/2014/main" id="{B6071917-3A44-5073-EEEF-9F56AC3275D3}"/>
                </a:ext>
              </a:extLst>
            </p:cNvPr>
            <p:cNvSpPr txBox="1"/>
            <p:nvPr/>
          </p:nvSpPr>
          <p:spPr>
            <a:xfrm>
              <a:off x="5677301" y="5646157"/>
              <a:ext cx="20255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ArduinoNode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WSN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9584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E243A-B5F4-CE57-D700-F2F64D101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AF3BB58C-CF07-91F8-5D3E-5F32AEAB2DE6}"/>
              </a:ext>
            </a:extLst>
          </p:cNvPr>
          <p:cNvSpPr>
            <a:spLocks/>
          </p:cNvSpPr>
          <p:nvPr/>
        </p:nvSpPr>
        <p:spPr>
          <a:xfrm>
            <a:off x="3056050" y="1170188"/>
            <a:ext cx="5036390" cy="1260539"/>
          </a:xfrm>
          <a:prstGeom prst="rect">
            <a:avLst/>
          </a:prstGeom>
          <a:solidFill>
            <a:srgbClr val="DAE3F5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843DABC-0566-F5B8-534C-D183363D78F0}"/>
              </a:ext>
            </a:extLst>
          </p:cNvPr>
          <p:cNvSpPr>
            <a:spLocks/>
          </p:cNvSpPr>
          <p:nvPr/>
        </p:nvSpPr>
        <p:spPr>
          <a:xfrm>
            <a:off x="3056050" y="2507908"/>
            <a:ext cx="5036390" cy="2384132"/>
          </a:xfrm>
          <a:prstGeom prst="rect">
            <a:avLst/>
          </a:prstGeom>
          <a:solidFill>
            <a:srgbClr val="DAE3F5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Rounded Rectangle 146">
            <a:extLst>
              <a:ext uri="{FF2B5EF4-FFF2-40B4-BE49-F238E27FC236}">
                <a16:creationId xmlns:a16="http://schemas.microsoft.com/office/drawing/2014/main" id="{D58AE8A3-3C87-6170-F9C5-CBD65DE2A914}"/>
              </a:ext>
            </a:extLst>
          </p:cNvPr>
          <p:cNvSpPr>
            <a:spLocks/>
          </p:cNvSpPr>
          <p:nvPr/>
        </p:nvSpPr>
        <p:spPr>
          <a:xfrm>
            <a:off x="3337864" y="2771173"/>
            <a:ext cx="2613356" cy="2020292"/>
          </a:xfrm>
          <a:prstGeom prst="roundRect">
            <a:avLst>
              <a:gd name="adj" fmla="val 5101"/>
            </a:avLst>
          </a:prstGeom>
          <a:solidFill>
            <a:schemeClr val="accent1">
              <a:lumMod val="40000"/>
              <a:lumOff val="6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400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47" name="Rounded Rectangle 146">
            <a:extLst>
              <a:ext uri="{FF2B5EF4-FFF2-40B4-BE49-F238E27FC236}">
                <a16:creationId xmlns:a16="http://schemas.microsoft.com/office/drawing/2014/main" id="{26CA9940-406E-9C7D-5E3B-01BD239F5BBA}"/>
              </a:ext>
            </a:extLst>
          </p:cNvPr>
          <p:cNvSpPr>
            <a:spLocks/>
          </p:cNvSpPr>
          <p:nvPr/>
        </p:nvSpPr>
        <p:spPr>
          <a:xfrm>
            <a:off x="6083072" y="2771172"/>
            <a:ext cx="1787703" cy="2020292"/>
          </a:xfrm>
          <a:prstGeom prst="roundRect">
            <a:avLst>
              <a:gd name="adj" fmla="val 5101"/>
            </a:avLst>
          </a:prstGeom>
          <a:solidFill>
            <a:schemeClr val="accent1">
              <a:lumMod val="40000"/>
              <a:lumOff val="6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400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42" name="Picture 4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00E4466-3A3A-F4F4-D651-13359AE660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5423" y="1240832"/>
            <a:ext cx="1046751" cy="1046751"/>
          </a:xfrm>
          <a:prstGeom prst="rect">
            <a:avLst/>
          </a:prstGeom>
        </p:spPr>
      </p:pic>
      <p:pic>
        <p:nvPicPr>
          <p:cNvPr id="50" name="Picture 4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43FBC6A-C02A-6542-3DAE-C60BFC01890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372" y="3080764"/>
            <a:ext cx="1095541" cy="1095541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03284978-3BCE-D1F6-AFA8-2BBDF516BD64}"/>
              </a:ext>
            </a:extLst>
          </p:cNvPr>
          <p:cNvSpPr txBox="1"/>
          <p:nvPr/>
        </p:nvSpPr>
        <p:spPr>
          <a:xfrm>
            <a:off x="3056050" y="1170189"/>
            <a:ext cx="1649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nitialization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453359D-B450-49E5-B000-53E6781A12A6}"/>
              </a:ext>
            </a:extLst>
          </p:cNvPr>
          <p:cNvSpPr txBox="1"/>
          <p:nvPr/>
        </p:nvSpPr>
        <p:spPr>
          <a:xfrm>
            <a:off x="3071974" y="2459372"/>
            <a:ext cx="1649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Infinite Loop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04D849C-78A9-EA78-C720-A901D62A7432}"/>
              </a:ext>
            </a:extLst>
          </p:cNvPr>
          <p:cNvSpPr txBox="1"/>
          <p:nvPr/>
        </p:nvSpPr>
        <p:spPr>
          <a:xfrm>
            <a:off x="3819763" y="4434178"/>
            <a:ext cx="1649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Foreground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478D675-AC9D-A091-5C38-BB007DD45D55}"/>
              </a:ext>
            </a:extLst>
          </p:cNvPr>
          <p:cNvSpPr txBox="1"/>
          <p:nvPr/>
        </p:nvSpPr>
        <p:spPr>
          <a:xfrm>
            <a:off x="6152144" y="4450722"/>
            <a:ext cx="1649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</p:txBody>
      </p:sp>
      <p:pic>
        <p:nvPicPr>
          <p:cNvPr id="44" name="Picture 4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36F0880-394C-42B9-776B-8E2CECF7387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500000">
            <a:off x="3947270" y="2781048"/>
            <a:ext cx="1649560" cy="164956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1106C5E1-5E85-BF41-35F5-A72EEE63F0D0}"/>
              </a:ext>
            </a:extLst>
          </p:cNvPr>
          <p:cNvSpPr txBox="1"/>
          <p:nvPr/>
        </p:nvSpPr>
        <p:spPr>
          <a:xfrm>
            <a:off x="3854135" y="3525188"/>
            <a:ext cx="1649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</a:p>
        </p:txBody>
      </p:sp>
      <p:pic>
        <p:nvPicPr>
          <p:cNvPr id="46" name="Picture 4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7A7FB93-0878-A4EE-0ECD-8ABD55E6D08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8225" y="2978138"/>
            <a:ext cx="701381" cy="701381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881A6D38-F2B6-2585-4A26-23CED293137A}"/>
              </a:ext>
            </a:extLst>
          </p:cNvPr>
          <p:cNvSpPr txBox="1"/>
          <p:nvPr/>
        </p:nvSpPr>
        <p:spPr>
          <a:xfrm>
            <a:off x="5209256" y="3328829"/>
            <a:ext cx="1649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Indicators</a:t>
            </a:r>
          </a:p>
        </p:txBody>
      </p:sp>
      <p:sp>
        <p:nvSpPr>
          <p:cNvPr id="70" name="Arrow: Down 69">
            <a:extLst>
              <a:ext uri="{FF2B5EF4-FFF2-40B4-BE49-F238E27FC236}">
                <a16:creationId xmlns:a16="http://schemas.microsoft.com/office/drawing/2014/main" id="{3E8F7D61-3501-4274-6972-B19422FEDC75}"/>
              </a:ext>
            </a:extLst>
          </p:cNvPr>
          <p:cNvSpPr/>
          <p:nvPr/>
        </p:nvSpPr>
        <p:spPr>
          <a:xfrm>
            <a:off x="5501640" y="2386634"/>
            <a:ext cx="274319" cy="210235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9D27FC9-B756-CFB0-6A50-589341CB857B}"/>
              </a:ext>
            </a:extLst>
          </p:cNvPr>
          <p:cNvSpPr txBox="1"/>
          <p:nvPr/>
        </p:nvSpPr>
        <p:spPr>
          <a:xfrm>
            <a:off x="6083072" y="2829904"/>
            <a:ext cx="1649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</a:t>
            </a:r>
          </a:p>
        </p:txBody>
      </p:sp>
      <p:sp>
        <p:nvSpPr>
          <p:cNvPr id="73" name="Arrow: Down 72">
            <a:extLst>
              <a:ext uri="{FF2B5EF4-FFF2-40B4-BE49-F238E27FC236}">
                <a16:creationId xmlns:a16="http://schemas.microsoft.com/office/drawing/2014/main" id="{4E19AC43-4A4C-39A0-9E2B-847D196A43B8}"/>
              </a:ext>
            </a:extLst>
          </p:cNvPr>
          <p:cNvSpPr/>
          <p:nvPr/>
        </p:nvSpPr>
        <p:spPr>
          <a:xfrm rot="5400000">
            <a:off x="5875245" y="3751661"/>
            <a:ext cx="274319" cy="210235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712603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28B8D-20D6-FC94-27EB-087B4E16E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helf with wires and electronics&#10;&#10;AI-generated content may be incorrect.">
            <a:extLst>
              <a:ext uri="{FF2B5EF4-FFF2-40B4-BE49-F238E27FC236}">
                <a16:creationId xmlns:a16="http://schemas.microsoft.com/office/drawing/2014/main" id="{CFF7FD5A-4633-AF97-5AD5-2AF3CF92C7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98" r="31797"/>
          <a:stretch>
            <a:fillRect/>
          </a:stretch>
        </p:blipFill>
        <p:spPr>
          <a:xfrm>
            <a:off x="1792777" y="381924"/>
            <a:ext cx="2610889" cy="5950178"/>
          </a:xfrm>
          <a:prstGeom prst="rect">
            <a:avLst/>
          </a:prstGeom>
        </p:spPr>
      </p:pic>
      <p:pic>
        <p:nvPicPr>
          <p:cNvPr id="5" name="Picture 4" descr="A bridge over water with trees in the background&#10;&#10;AI-generated content may be incorrect.">
            <a:extLst>
              <a:ext uri="{FF2B5EF4-FFF2-40B4-BE49-F238E27FC236}">
                <a16:creationId xmlns:a16="http://schemas.microsoft.com/office/drawing/2014/main" id="{D470D048-1D5A-663F-8A49-17C02EB2838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89" b="13081"/>
          <a:stretch>
            <a:fillRect/>
          </a:stretch>
        </p:blipFill>
        <p:spPr>
          <a:xfrm>
            <a:off x="4591050" y="381924"/>
            <a:ext cx="5631180" cy="2742276"/>
          </a:xfrm>
          <a:prstGeom prst="rect">
            <a:avLst/>
          </a:prstGeom>
        </p:spPr>
      </p:pic>
      <p:pic>
        <p:nvPicPr>
          <p:cNvPr id="7" name="Picture 6" descr="A bridge over a road&#10;&#10;AI-generated content may be incorrect.">
            <a:extLst>
              <a:ext uri="{FF2B5EF4-FFF2-40B4-BE49-F238E27FC236}">
                <a16:creationId xmlns:a16="http://schemas.microsoft.com/office/drawing/2014/main" id="{A7C5960D-A030-9E1C-0368-E8DFEECC04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69" b="9953"/>
          <a:stretch>
            <a:fillRect/>
          </a:stretch>
        </p:blipFill>
        <p:spPr>
          <a:xfrm>
            <a:off x="4591050" y="3271058"/>
            <a:ext cx="5631180" cy="30610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EF47D7-229C-475C-B7B4-737AB92190CA}"/>
              </a:ext>
            </a:extLst>
          </p:cNvPr>
          <p:cNvSpPr txBox="1"/>
          <p:nvPr/>
        </p:nvSpPr>
        <p:spPr>
          <a:xfrm>
            <a:off x="3952875" y="5917050"/>
            <a:ext cx="659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47C024-4B05-1531-33AD-55DBD16212AD}"/>
              </a:ext>
            </a:extLst>
          </p:cNvPr>
          <p:cNvSpPr txBox="1"/>
          <p:nvPr/>
        </p:nvSpPr>
        <p:spPr>
          <a:xfrm>
            <a:off x="9780270" y="2709148"/>
            <a:ext cx="659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ACC801-4947-38D1-DE82-B3C7905332C0}"/>
              </a:ext>
            </a:extLst>
          </p:cNvPr>
          <p:cNvSpPr txBox="1"/>
          <p:nvPr/>
        </p:nvSpPr>
        <p:spPr>
          <a:xfrm>
            <a:off x="9780270" y="5917050"/>
            <a:ext cx="659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887326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D6064-F87F-3BCF-DFA6-10BEAF05E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ifferent colors and numbers&#10;&#10;AI-generated content may be incorrect.">
            <a:extLst>
              <a:ext uri="{FF2B5EF4-FFF2-40B4-BE49-F238E27FC236}">
                <a16:creationId xmlns:a16="http://schemas.microsoft.com/office/drawing/2014/main" id="{E4D47E06-52EE-DAFA-B51E-769E4E75F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6137" y="0"/>
            <a:ext cx="72197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476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EB0CC-40AF-1017-799D-A1AF738A1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627BE8CD-DA39-30E4-03E6-5334A6515E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494" y="1463574"/>
            <a:ext cx="4115011" cy="393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8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60ED4-BAA9-BF53-0755-66F61B6B9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17EECD07-50A2-3D49-CFA9-37A0BD0EABA2}"/>
              </a:ext>
            </a:extLst>
          </p:cNvPr>
          <p:cNvSpPr>
            <a:spLocks/>
          </p:cNvSpPr>
          <p:nvPr/>
        </p:nvSpPr>
        <p:spPr>
          <a:xfrm>
            <a:off x="3810000" y="-447675"/>
            <a:ext cx="5867400" cy="7077075"/>
          </a:xfrm>
          <a:prstGeom prst="rect">
            <a:avLst/>
          </a:prstGeom>
          <a:solidFill>
            <a:srgbClr val="DAE3F5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ounded Rectangle 146">
            <a:extLst>
              <a:ext uri="{FF2B5EF4-FFF2-40B4-BE49-F238E27FC236}">
                <a16:creationId xmlns:a16="http://schemas.microsoft.com/office/drawing/2014/main" id="{5B1D9860-E7D4-1298-B1D7-11BD46362596}"/>
              </a:ext>
            </a:extLst>
          </p:cNvPr>
          <p:cNvSpPr>
            <a:spLocks/>
          </p:cNvSpPr>
          <p:nvPr/>
        </p:nvSpPr>
        <p:spPr>
          <a:xfrm>
            <a:off x="4070913" y="-338232"/>
            <a:ext cx="5463611" cy="1893894"/>
          </a:xfrm>
          <a:prstGeom prst="roundRect">
            <a:avLst>
              <a:gd name="adj" fmla="val 5101"/>
            </a:avLst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47" name="Rounded Rectangle 146">
            <a:extLst>
              <a:ext uri="{FF2B5EF4-FFF2-40B4-BE49-F238E27FC236}">
                <a16:creationId xmlns:a16="http://schemas.microsoft.com/office/drawing/2014/main" id="{E9748C64-175C-EF71-8C04-7DD476EBF411}"/>
              </a:ext>
            </a:extLst>
          </p:cNvPr>
          <p:cNvSpPr>
            <a:spLocks/>
          </p:cNvSpPr>
          <p:nvPr/>
        </p:nvSpPr>
        <p:spPr>
          <a:xfrm>
            <a:off x="4070913" y="1615733"/>
            <a:ext cx="5463611" cy="1893894"/>
          </a:xfrm>
          <a:prstGeom prst="roundRect">
            <a:avLst>
              <a:gd name="adj" fmla="val 5101"/>
            </a:avLst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48" name="Rounded Rectangle 146">
            <a:extLst>
              <a:ext uri="{FF2B5EF4-FFF2-40B4-BE49-F238E27FC236}">
                <a16:creationId xmlns:a16="http://schemas.microsoft.com/office/drawing/2014/main" id="{7E7F8A68-D2FE-CD1C-326E-B958EC83EAC2}"/>
              </a:ext>
            </a:extLst>
          </p:cNvPr>
          <p:cNvSpPr>
            <a:spLocks/>
          </p:cNvSpPr>
          <p:nvPr/>
        </p:nvSpPr>
        <p:spPr>
          <a:xfrm>
            <a:off x="4070912" y="3569698"/>
            <a:ext cx="5463611" cy="2973977"/>
          </a:xfrm>
          <a:prstGeom prst="roundRect">
            <a:avLst>
              <a:gd name="adj" fmla="val 3896"/>
            </a:avLst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49" name="TextBox 33">
            <a:extLst>
              <a:ext uri="{FF2B5EF4-FFF2-40B4-BE49-F238E27FC236}">
                <a16:creationId xmlns:a16="http://schemas.microsoft.com/office/drawing/2014/main" id="{2B3B6AE4-C6FF-000C-0B18-D0D569E6442C}"/>
              </a:ext>
            </a:extLst>
          </p:cNvPr>
          <p:cNvSpPr txBox="1"/>
          <p:nvPr/>
        </p:nvSpPr>
        <p:spPr>
          <a:xfrm>
            <a:off x="5604479" y="-347757"/>
            <a:ext cx="2278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I - C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person sitting in front of a large screen&#10;&#10;AI-generated content may be incorrect.">
            <a:extLst>
              <a:ext uri="{FF2B5EF4-FFF2-40B4-BE49-F238E27FC236}">
                <a16:creationId xmlns:a16="http://schemas.microsoft.com/office/drawing/2014/main" id="{11A2BCB7-65A9-6870-C3E7-0CA0E216E9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1" b="7554"/>
          <a:stretch>
            <a:fillRect/>
          </a:stretch>
        </p:blipFill>
        <p:spPr>
          <a:xfrm>
            <a:off x="4408929" y="31100"/>
            <a:ext cx="2130187" cy="1400175"/>
          </a:xfrm>
          <a:prstGeom prst="rect">
            <a:avLst/>
          </a:prstGeom>
        </p:spPr>
      </p:pic>
      <p:pic>
        <p:nvPicPr>
          <p:cNvPr id="5" name="Picture 4" descr="A group of people sitting at desks in a room with computers&#10;&#10;AI-generated content may be incorrect.">
            <a:extLst>
              <a:ext uri="{FF2B5EF4-FFF2-40B4-BE49-F238E27FC236}">
                <a16:creationId xmlns:a16="http://schemas.microsoft.com/office/drawing/2014/main" id="{4BBDFEEA-F500-C815-BDEA-9A4204025D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71" b="7554"/>
          <a:stretch>
            <a:fillRect/>
          </a:stretch>
        </p:blipFill>
        <p:spPr>
          <a:xfrm>
            <a:off x="6971726" y="31100"/>
            <a:ext cx="2130187" cy="1400175"/>
          </a:xfrm>
          <a:prstGeom prst="rect">
            <a:avLst/>
          </a:prstGeom>
        </p:spPr>
      </p:pic>
      <p:pic>
        <p:nvPicPr>
          <p:cNvPr id="9" name="Picture 8" descr="A group of people around a table&#10;&#10;AI-generated content may be incorrect.">
            <a:extLst>
              <a:ext uri="{FF2B5EF4-FFF2-40B4-BE49-F238E27FC236}">
                <a16:creationId xmlns:a16="http://schemas.microsoft.com/office/drawing/2014/main" id="{D1D51300-F25A-5658-1194-C85BDD9A5E8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170"/>
          <a:stretch>
            <a:fillRect/>
          </a:stretch>
        </p:blipFill>
        <p:spPr>
          <a:xfrm>
            <a:off x="4412707" y="1980636"/>
            <a:ext cx="2126408" cy="1400175"/>
          </a:xfrm>
          <a:prstGeom prst="rect">
            <a:avLst/>
          </a:prstGeom>
        </p:spPr>
      </p:pic>
      <p:pic>
        <p:nvPicPr>
          <p:cNvPr id="11" name="Picture 10" descr="A child standing in a lab&#10;&#10;AI-generated content may be incorrect.">
            <a:extLst>
              <a:ext uri="{FF2B5EF4-FFF2-40B4-BE49-F238E27FC236}">
                <a16:creationId xmlns:a16="http://schemas.microsoft.com/office/drawing/2014/main" id="{4C914520-29C2-A21A-D209-7DA3BFAD736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99" r="4905" b="38762"/>
          <a:stretch>
            <a:fillRect/>
          </a:stretch>
        </p:blipFill>
        <p:spPr>
          <a:xfrm>
            <a:off x="6971726" y="1980636"/>
            <a:ext cx="2126409" cy="1400175"/>
          </a:xfrm>
          <a:prstGeom prst="rect">
            <a:avLst/>
          </a:prstGeom>
        </p:spPr>
      </p:pic>
      <p:sp>
        <p:nvSpPr>
          <p:cNvPr id="50" name="TextBox 33">
            <a:extLst>
              <a:ext uri="{FF2B5EF4-FFF2-40B4-BE49-F238E27FC236}">
                <a16:creationId xmlns:a16="http://schemas.microsoft.com/office/drawing/2014/main" id="{2D695B23-E85C-6603-44CE-F88E1095623B}"/>
              </a:ext>
            </a:extLst>
          </p:cNvPr>
          <p:cNvSpPr txBox="1"/>
          <p:nvPr/>
        </p:nvSpPr>
        <p:spPr>
          <a:xfrm>
            <a:off x="5604478" y="1612078"/>
            <a:ext cx="2278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II - Lab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CE7274F-53FB-AF6D-F77C-1778E992D37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27" t="21420" r="16110" b="14919"/>
          <a:stretch>
            <a:fillRect/>
          </a:stretch>
        </p:blipFill>
        <p:spPr bwMode="auto">
          <a:xfrm rot="5400000">
            <a:off x="4204022" y="4105259"/>
            <a:ext cx="2540000" cy="2130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221D99B-4488-85EF-06EB-4E3915E185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8" t="14676" r="9565" b="11759"/>
          <a:stretch>
            <a:fillRect/>
          </a:stretch>
        </p:blipFill>
        <p:spPr bwMode="auto">
          <a:xfrm>
            <a:off x="6971726" y="3900352"/>
            <a:ext cx="2130186" cy="254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33">
            <a:extLst>
              <a:ext uri="{FF2B5EF4-FFF2-40B4-BE49-F238E27FC236}">
                <a16:creationId xmlns:a16="http://schemas.microsoft.com/office/drawing/2014/main" id="{E4FB3EC4-3B64-7741-7E95-3D21D4750A45}"/>
              </a:ext>
            </a:extLst>
          </p:cNvPr>
          <p:cNvSpPr txBox="1"/>
          <p:nvPr/>
        </p:nvSpPr>
        <p:spPr>
          <a:xfrm>
            <a:off x="5604478" y="3528674"/>
            <a:ext cx="2278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III - 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ield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5AB17F6-C283-EBC8-F376-B269DDBF6327}"/>
              </a:ext>
            </a:extLst>
          </p:cNvPr>
          <p:cNvSpPr txBox="1"/>
          <p:nvPr/>
        </p:nvSpPr>
        <p:spPr>
          <a:xfrm>
            <a:off x="4357559" y="-38100"/>
            <a:ext cx="6591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A2F3726-31DC-82E0-3409-9B52FBB8ACFB}"/>
              </a:ext>
            </a:extLst>
          </p:cNvPr>
          <p:cNvSpPr txBox="1"/>
          <p:nvPr/>
        </p:nvSpPr>
        <p:spPr>
          <a:xfrm>
            <a:off x="6921242" y="-38100"/>
            <a:ext cx="6591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61D126-3B5B-F2B0-1A77-656D4C2841FA}"/>
              </a:ext>
            </a:extLst>
          </p:cNvPr>
          <p:cNvSpPr txBox="1"/>
          <p:nvPr/>
        </p:nvSpPr>
        <p:spPr>
          <a:xfrm>
            <a:off x="4357559" y="1897609"/>
            <a:ext cx="6591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F16E7B1-2D5C-3E80-AEBF-580884459595}"/>
              </a:ext>
            </a:extLst>
          </p:cNvPr>
          <p:cNvSpPr txBox="1"/>
          <p:nvPr/>
        </p:nvSpPr>
        <p:spPr>
          <a:xfrm>
            <a:off x="6921242" y="1897609"/>
            <a:ext cx="6591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DD8B2BF-7994-89DC-74AE-4B8C2A1FE0F7}"/>
              </a:ext>
            </a:extLst>
          </p:cNvPr>
          <p:cNvSpPr txBox="1"/>
          <p:nvPr/>
        </p:nvSpPr>
        <p:spPr>
          <a:xfrm>
            <a:off x="4357559" y="3845534"/>
            <a:ext cx="6591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5043ACD-9951-5ACC-05CF-03DE828218EE}"/>
              </a:ext>
            </a:extLst>
          </p:cNvPr>
          <p:cNvSpPr txBox="1"/>
          <p:nvPr/>
        </p:nvSpPr>
        <p:spPr>
          <a:xfrm>
            <a:off x="6921242" y="3845534"/>
            <a:ext cx="6591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(f)</a:t>
            </a:r>
          </a:p>
        </p:txBody>
      </p:sp>
    </p:spTree>
    <p:extLst>
      <p:ext uri="{BB962C8B-B14F-4D97-AF65-F5344CB8AC3E}">
        <p14:creationId xmlns:p14="http://schemas.microsoft.com/office/powerpoint/2010/main" val="1790401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A0E7D-C288-CBBA-15EA-DB3383AEE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ridge over a highway with cars and buildings in the background&#10;&#10;AI-generated content may be incorrect.">
            <a:extLst>
              <a:ext uri="{FF2B5EF4-FFF2-40B4-BE49-F238E27FC236}">
                <a16:creationId xmlns:a16="http://schemas.microsoft.com/office/drawing/2014/main" id="{86184828-29C9-AA68-4298-DC8619084A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380" b="8316"/>
          <a:stretch>
            <a:fillRect/>
          </a:stretch>
        </p:blipFill>
        <p:spPr>
          <a:xfrm>
            <a:off x="2384256" y="246305"/>
            <a:ext cx="7642621" cy="3020506"/>
          </a:xfrm>
          <a:prstGeom prst="rect">
            <a:avLst/>
          </a:prstGeom>
        </p:spPr>
      </p:pic>
      <p:pic>
        <p:nvPicPr>
          <p:cNvPr id="4" name="图片 13">
            <a:extLst>
              <a:ext uri="{FF2B5EF4-FFF2-40B4-BE49-F238E27FC236}">
                <a16:creationId xmlns:a16="http://schemas.microsoft.com/office/drawing/2014/main" id="{3CF13B3C-C69C-A256-8716-A0CEF6775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4257" y="3490675"/>
            <a:ext cx="7642622" cy="284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1C0A485-5BD7-3102-1DB2-EB5A7B5E5172}"/>
              </a:ext>
            </a:extLst>
          </p:cNvPr>
          <p:cNvSpPr/>
          <p:nvPr/>
        </p:nvSpPr>
        <p:spPr>
          <a:xfrm>
            <a:off x="3464682" y="4385844"/>
            <a:ext cx="258980" cy="1394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ea typeface="等线"/>
              </a:rPr>
              <a:t>1</a:t>
            </a:r>
            <a:endParaRPr lang="en-US" sz="10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C10801-8A17-FCC0-8FC7-27912095F4AE}"/>
              </a:ext>
            </a:extLst>
          </p:cNvPr>
          <p:cNvSpPr/>
          <p:nvPr/>
        </p:nvSpPr>
        <p:spPr>
          <a:xfrm>
            <a:off x="4162802" y="4385844"/>
            <a:ext cx="258980" cy="1394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ea typeface="等线"/>
              </a:rPr>
              <a:t>2</a:t>
            </a:r>
            <a:endParaRPr lang="en-US" sz="10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58DF3A-8D2C-215B-097D-F9EB228DCB2E}"/>
              </a:ext>
            </a:extLst>
          </p:cNvPr>
          <p:cNvSpPr/>
          <p:nvPr/>
        </p:nvSpPr>
        <p:spPr>
          <a:xfrm>
            <a:off x="4870047" y="4385844"/>
            <a:ext cx="258980" cy="1394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ea typeface="等线"/>
              </a:rPr>
              <a:t>3</a:t>
            </a:r>
            <a:endParaRPr lang="en-US" sz="10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124AD6-3A40-74E0-7624-BF869DE5AEBB}"/>
              </a:ext>
            </a:extLst>
          </p:cNvPr>
          <p:cNvSpPr/>
          <p:nvPr/>
        </p:nvSpPr>
        <p:spPr>
          <a:xfrm>
            <a:off x="5449532" y="4385844"/>
            <a:ext cx="258980" cy="1394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ea typeface="等线"/>
              </a:rPr>
              <a:t>4</a:t>
            </a:r>
            <a:endParaRPr lang="en-US" sz="10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518EEB-CB94-D392-70D5-0FCAA8A09B31}"/>
              </a:ext>
            </a:extLst>
          </p:cNvPr>
          <p:cNvSpPr/>
          <p:nvPr/>
        </p:nvSpPr>
        <p:spPr>
          <a:xfrm>
            <a:off x="5987951" y="4385844"/>
            <a:ext cx="258980" cy="1394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ea typeface="等线"/>
              </a:rPr>
              <a:t>5</a:t>
            </a:r>
            <a:endParaRPr lang="en-US" sz="10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CD82DC-BB49-38DA-C458-92A487B98380}"/>
              </a:ext>
            </a:extLst>
          </p:cNvPr>
          <p:cNvSpPr/>
          <p:nvPr/>
        </p:nvSpPr>
        <p:spPr>
          <a:xfrm>
            <a:off x="6658693" y="4385844"/>
            <a:ext cx="258980" cy="1394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ea typeface="等线"/>
              </a:rPr>
              <a:t>6</a:t>
            </a:r>
            <a:endParaRPr lang="en-US" sz="105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E0E956-74F1-CB00-3602-0D255545BD98}"/>
              </a:ext>
            </a:extLst>
          </p:cNvPr>
          <p:cNvSpPr/>
          <p:nvPr/>
        </p:nvSpPr>
        <p:spPr>
          <a:xfrm>
            <a:off x="7397879" y="4385844"/>
            <a:ext cx="258980" cy="1394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ea typeface="等线"/>
              </a:rPr>
              <a:t>7</a:t>
            </a:r>
            <a:endParaRPr lang="en-US" sz="10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B99048-40C9-7801-D229-B1E1FF04B1F1}"/>
              </a:ext>
            </a:extLst>
          </p:cNvPr>
          <p:cNvSpPr/>
          <p:nvPr/>
        </p:nvSpPr>
        <p:spPr>
          <a:xfrm>
            <a:off x="8497532" y="4385844"/>
            <a:ext cx="258980" cy="1394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>
                <a:ea typeface="等线"/>
              </a:rPr>
              <a:t>8</a:t>
            </a:r>
            <a:endParaRPr lang="en-US" sz="105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D77DC6-42EE-9088-22C6-66AF1DF76609}"/>
              </a:ext>
            </a:extLst>
          </p:cNvPr>
          <p:cNvSpPr/>
          <p:nvPr/>
        </p:nvSpPr>
        <p:spPr>
          <a:xfrm>
            <a:off x="2643365" y="4910572"/>
            <a:ext cx="624009" cy="221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dirty="0">
                <a:ea typeface="等线"/>
              </a:rPr>
              <a:t>WSN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022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F6BC0-7F45-9E55-DA5B-95845A39D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D57F6DA-EFFF-758E-9C36-B1D354F2B2AC}"/>
              </a:ext>
            </a:extLst>
          </p:cNvPr>
          <p:cNvGrpSpPr/>
          <p:nvPr/>
        </p:nvGrpSpPr>
        <p:grpSpPr>
          <a:xfrm>
            <a:off x="2000250" y="-2857500"/>
            <a:ext cx="8286750" cy="16069493"/>
            <a:chOff x="2000250" y="-2857500"/>
            <a:chExt cx="8286750" cy="16069493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7CF9B74-0035-FF16-7D7E-0DB2AC5345D4}"/>
                </a:ext>
              </a:extLst>
            </p:cNvPr>
            <p:cNvSpPr/>
            <p:nvPr/>
          </p:nvSpPr>
          <p:spPr>
            <a:xfrm>
              <a:off x="2000250" y="-2857500"/>
              <a:ext cx="8286750" cy="160694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 descr="A number and numbers on a white background&#10;&#10;AI-generated content may be incorrect.">
              <a:extLst>
                <a:ext uri="{FF2B5EF4-FFF2-40B4-BE49-F238E27FC236}">
                  <a16:creationId xmlns:a16="http://schemas.microsoft.com/office/drawing/2014/main" id="{533F971C-5ACD-B14E-8871-407BBF8E10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4256" y="973655"/>
              <a:ext cx="7642620" cy="1271055"/>
            </a:xfrm>
            <a:prstGeom prst="rect">
              <a:avLst/>
            </a:prstGeom>
          </p:spPr>
        </p:pic>
        <p:pic>
          <p:nvPicPr>
            <p:cNvPr id="4" name="Picture 3" descr="A bridge over a highway with cars and buildings in the background&#10;&#10;AI-generated content may be incorrect.">
              <a:extLst>
                <a:ext uri="{FF2B5EF4-FFF2-40B4-BE49-F238E27FC236}">
                  <a16:creationId xmlns:a16="http://schemas.microsoft.com/office/drawing/2014/main" id="{FF6A7D8B-4A05-39FF-BEA9-92B045947E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7380" b="8316"/>
            <a:stretch>
              <a:fillRect/>
            </a:stretch>
          </p:blipFill>
          <p:spPr>
            <a:xfrm>
              <a:off x="2384256" y="-2484195"/>
              <a:ext cx="7642621" cy="302050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" name="Picture 5" descr="A black cell phone with a white screen&#10;&#10;AI-generated content may be incorrect.">
              <a:extLst>
                <a:ext uri="{FF2B5EF4-FFF2-40B4-BE49-F238E27FC236}">
                  <a16:creationId xmlns:a16="http://schemas.microsoft.com/office/drawing/2014/main" id="{3384F2AD-B3BE-0A70-48E3-08D6386350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9363" y="2457493"/>
              <a:ext cx="399219" cy="449121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BB110C2-EC9C-1A37-AD0F-BF1CC0745F66}"/>
                </a:ext>
              </a:extLst>
            </p:cNvPr>
            <p:cNvSpPr/>
            <p:nvPr/>
          </p:nvSpPr>
          <p:spPr>
            <a:xfrm>
              <a:off x="2625974" y="2626635"/>
              <a:ext cx="110836" cy="11083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pic>
          <p:nvPicPr>
            <p:cNvPr id="9" name="Picture 8" descr="A blue wifi router with a black background&#10;&#10;AI-generated content may be incorrect.">
              <a:extLst>
                <a:ext uri="{FF2B5EF4-FFF2-40B4-BE49-F238E27FC236}">
                  <a16:creationId xmlns:a16="http://schemas.microsoft.com/office/drawing/2014/main" id="{D5551D31-2726-69AE-E3AF-6429E63FF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82911" y="1302775"/>
              <a:ext cx="242796" cy="242796"/>
            </a:xfrm>
            <a:prstGeom prst="rect">
              <a:avLst/>
            </a:prstGeom>
          </p:spPr>
        </p:pic>
        <p:pic>
          <p:nvPicPr>
            <p:cNvPr id="10" name="Picture 9" descr="A blue wifi router with a black background&#10;&#10;AI-generated content may be incorrect.">
              <a:extLst>
                <a:ext uri="{FF2B5EF4-FFF2-40B4-BE49-F238E27FC236}">
                  <a16:creationId xmlns:a16="http://schemas.microsoft.com/office/drawing/2014/main" id="{2E1BB730-E592-CB42-4DB7-0F0A4C062F6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420" y="1302775"/>
              <a:ext cx="242796" cy="242796"/>
            </a:xfrm>
            <a:prstGeom prst="rect">
              <a:avLst/>
            </a:prstGeom>
          </p:spPr>
        </p:pic>
        <p:pic>
          <p:nvPicPr>
            <p:cNvPr id="11" name="Picture 10" descr="A blue wifi router with a black background&#10;&#10;AI-generated content may be incorrect.">
              <a:extLst>
                <a:ext uri="{FF2B5EF4-FFF2-40B4-BE49-F238E27FC236}">
                  <a16:creationId xmlns:a16="http://schemas.microsoft.com/office/drawing/2014/main" id="{59247100-A9BC-0E63-2B75-F186F99AD8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13563" y="1302775"/>
              <a:ext cx="242796" cy="242796"/>
            </a:xfrm>
            <a:prstGeom prst="rect">
              <a:avLst/>
            </a:prstGeom>
          </p:spPr>
        </p:pic>
        <p:pic>
          <p:nvPicPr>
            <p:cNvPr id="12" name="Picture 11" descr="A blue wifi router with a black background&#10;&#10;AI-generated content may be incorrect.">
              <a:extLst>
                <a:ext uri="{FF2B5EF4-FFF2-40B4-BE49-F238E27FC236}">
                  <a16:creationId xmlns:a16="http://schemas.microsoft.com/office/drawing/2014/main" id="{54E58D78-EEB8-4DEF-861A-EC42C8EA30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3383" y="1302775"/>
              <a:ext cx="242796" cy="242796"/>
            </a:xfrm>
            <a:prstGeom prst="rect">
              <a:avLst/>
            </a:prstGeom>
          </p:spPr>
        </p:pic>
        <p:pic>
          <p:nvPicPr>
            <p:cNvPr id="13" name="Picture 12" descr="A blue wifi router with a black background&#10;&#10;AI-generated content may be incorrect.">
              <a:extLst>
                <a:ext uri="{FF2B5EF4-FFF2-40B4-BE49-F238E27FC236}">
                  <a16:creationId xmlns:a16="http://schemas.microsoft.com/office/drawing/2014/main" id="{A5216256-DA74-4FD4-1052-BDFEEF519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5494" y="1302775"/>
              <a:ext cx="242796" cy="242796"/>
            </a:xfrm>
            <a:prstGeom prst="rect">
              <a:avLst/>
            </a:prstGeom>
          </p:spPr>
        </p:pic>
        <p:pic>
          <p:nvPicPr>
            <p:cNvPr id="14" name="Picture 13" descr="A blue wifi router with a black background&#10;&#10;AI-generated content may be incorrect.">
              <a:extLst>
                <a:ext uri="{FF2B5EF4-FFF2-40B4-BE49-F238E27FC236}">
                  <a16:creationId xmlns:a16="http://schemas.microsoft.com/office/drawing/2014/main" id="{7AF64CD0-6F47-F33D-D2F0-993059696E5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70346" y="1302775"/>
              <a:ext cx="242796" cy="242796"/>
            </a:xfrm>
            <a:prstGeom prst="rect">
              <a:avLst/>
            </a:prstGeom>
          </p:spPr>
        </p:pic>
        <p:pic>
          <p:nvPicPr>
            <p:cNvPr id="15" name="Picture 14" descr="A blue wifi router with a black background&#10;&#10;AI-generated content may be incorrect.">
              <a:extLst>
                <a:ext uri="{FF2B5EF4-FFF2-40B4-BE49-F238E27FC236}">
                  <a16:creationId xmlns:a16="http://schemas.microsoft.com/office/drawing/2014/main" id="{135B2A55-AEB6-DF63-1E58-7BAE118650A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9661" y="1302775"/>
              <a:ext cx="242796" cy="242796"/>
            </a:xfrm>
            <a:prstGeom prst="rect">
              <a:avLst/>
            </a:prstGeom>
          </p:spPr>
        </p:pic>
        <p:pic>
          <p:nvPicPr>
            <p:cNvPr id="16" name="Picture 15" descr="A blue wifi router with a black background&#10;&#10;AI-generated content may be incorrect.">
              <a:extLst>
                <a:ext uri="{FF2B5EF4-FFF2-40B4-BE49-F238E27FC236}">
                  <a16:creationId xmlns:a16="http://schemas.microsoft.com/office/drawing/2014/main" id="{F3B74B99-C52B-F181-B3D9-06674D0C2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05472" y="1302775"/>
              <a:ext cx="242796" cy="242796"/>
            </a:xfrm>
            <a:prstGeom prst="rect">
              <a:avLst/>
            </a:prstGeom>
          </p:spPr>
        </p:pic>
        <p:pic>
          <p:nvPicPr>
            <p:cNvPr id="17" name="Picture 16" descr="A blue wifi router with a black background&#10;&#10;AI-generated content may be incorrect.">
              <a:extLst>
                <a:ext uri="{FF2B5EF4-FFF2-40B4-BE49-F238E27FC236}">
                  <a16:creationId xmlns:a16="http://schemas.microsoft.com/office/drawing/2014/main" id="{ACFC818D-EF26-01E4-A030-01A173EAF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52522" y="2560655"/>
              <a:ext cx="242796" cy="242796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857FADA-9630-822B-2622-3D0353052D6F}"/>
                </a:ext>
              </a:extLst>
            </p:cNvPr>
            <p:cNvSpPr txBox="1"/>
            <p:nvPr/>
          </p:nvSpPr>
          <p:spPr>
            <a:xfrm>
              <a:off x="2802790" y="2497387"/>
              <a:ext cx="16381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err="1"/>
                <a:t>B</a:t>
              </a:r>
              <a:r>
                <a:rPr lang="en-US" altLang="zh-CN" sz="2000" dirty="0" err="1"/>
                <a:t>uiltin</a:t>
              </a:r>
              <a:r>
                <a:rPr lang="en-US" altLang="zh-CN" sz="2000" dirty="0"/>
                <a:t> Sensor</a:t>
              </a:r>
              <a:endParaRPr lang="en-US" sz="20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2A8C5A0-5076-C106-E46C-C4C12E7601EF}"/>
                </a:ext>
              </a:extLst>
            </p:cNvPr>
            <p:cNvSpPr txBox="1"/>
            <p:nvPr/>
          </p:nvSpPr>
          <p:spPr>
            <a:xfrm>
              <a:off x="5699337" y="2497387"/>
              <a:ext cx="12981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Cell Phone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01534D6-CEBC-8882-D68F-B62FBE9A6234}"/>
                </a:ext>
              </a:extLst>
            </p:cNvPr>
            <p:cNvSpPr txBox="1"/>
            <p:nvPr/>
          </p:nvSpPr>
          <p:spPr>
            <a:xfrm>
              <a:off x="8405472" y="2497387"/>
              <a:ext cx="9353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WSN</a:t>
              </a:r>
            </a:p>
          </p:txBody>
        </p:sp>
        <p:pic>
          <p:nvPicPr>
            <p:cNvPr id="22" name="Picture 21" descr="A group of people walking on a walkway&#10;&#10;AI-generated content may be incorrect.">
              <a:extLst>
                <a:ext uri="{FF2B5EF4-FFF2-40B4-BE49-F238E27FC236}">
                  <a16:creationId xmlns:a16="http://schemas.microsoft.com/office/drawing/2014/main" id="{0D5EAE9E-47D6-E8B7-157A-532FD30E8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385" b="29000"/>
            <a:stretch>
              <a:fillRect/>
            </a:stretch>
          </p:blipFill>
          <p:spPr>
            <a:xfrm>
              <a:off x="2384256" y="3119396"/>
              <a:ext cx="7642620" cy="301474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4" name="Picture 23" descr="A collection of images of a bridge&#10;&#10;AI-generated content may be incorrect.">
              <a:extLst>
                <a:ext uri="{FF2B5EF4-FFF2-40B4-BE49-F238E27FC236}">
                  <a16:creationId xmlns:a16="http://schemas.microsoft.com/office/drawing/2014/main" id="{E13D8A8F-197E-93FC-853B-896F191EB8C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7461" y="6450088"/>
              <a:ext cx="6761905" cy="6761905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A9814E4-DA6A-3F9D-320E-DCE2D0F570DE}"/>
                </a:ext>
              </a:extLst>
            </p:cNvPr>
            <p:cNvSpPr/>
            <p:nvPr/>
          </p:nvSpPr>
          <p:spPr>
            <a:xfrm>
              <a:off x="2736810" y="8210349"/>
              <a:ext cx="5743047" cy="471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B01BF6A-E4DF-44B3-082D-103B06B992FA}"/>
                </a:ext>
              </a:extLst>
            </p:cNvPr>
            <p:cNvSpPr/>
            <p:nvPr/>
          </p:nvSpPr>
          <p:spPr>
            <a:xfrm>
              <a:off x="2905221" y="10361720"/>
              <a:ext cx="5743047" cy="471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EA606F0-9CCC-4B3C-0C34-DD05D4CCEDCA}"/>
                </a:ext>
              </a:extLst>
            </p:cNvPr>
            <p:cNvSpPr/>
            <p:nvPr/>
          </p:nvSpPr>
          <p:spPr>
            <a:xfrm>
              <a:off x="2872382" y="12564149"/>
              <a:ext cx="5743047" cy="471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9386750-F886-C109-5318-B622379B092A}"/>
                </a:ext>
              </a:extLst>
            </p:cNvPr>
            <p:cNvSpPr txBox="1"/>
            <p:nvPr/>
          </p:nvSpPr>
          <p:spPr>
            <a:xfrm>
              <a:off x="3194345" y="8076836"/>
              <a:ext cx="15377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First 1.80 Hz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83D3E04-1D08-6E4A-0C00-AF5D8DADA18C}"/>
                </a:ext>
              </a:extLst>
            </p:cNvPr>
            <p:cNvSpPr txBox="1"/>
            <p:nvPr/>
          </p:nvSpPr>
          <p:spPr>
            <a:xfrm>
              <a:off x="6813142" y="8076836"/>
              <a:ext cx="19682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Second 2.55 Hz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361FBD7-E06B-9EF0-0E9F-10617EB45AEA}"/>
                </a:ext>
              </a:extLst>
            </p:cNvPr>
            <p:cNvSpPr txBox="1"/>
            <p:nvPr/>
          </p:nvSpPr>
          <p:spPr>
            <a:xfrm>
              <a:off x="3194345" y="10290797"/>
              <a:ext cx="19682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Third  2.80 Hz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A6BAD6C-B851-C221-1529-BAED04785573}"/>
                </a:ext>
              </a:extLst>
            </p:cNvPr>
            <p:cNvSpPr txBox="1"/>
            <p:nvPr/>
          </p:nvSpPr>
          <p:spPr>
            <a:xfrm>
              <a:off x="6813142" y="10290797"/>
              <a:ext cx="19682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Forth  3.56 Hz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78F09CD-25F8-FB9A-C3A1-8A4824F4D9FE}"/>
                </a:ext>
              </a:extLst>
            </p:cNvPr>
            <p:cNvSpPr txBox="1"/>
            <p:nvPr/>
          </p:nvSpPr>
          <p:spPr>
            <a:xfrm>
              <a:off x="3194345" y="12155196"/>
              <a:ext cx="15377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Fifth 3.67 Hz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365826C-3BD6-CF1E-470F-689FB43706A4}"/>
                </a:ext>
              </a:extLst>
            </p:cNvPr>
            <p:cNvSpPr txBox="1"/>
            <p:nvPr/>
          </p:nvSpPr>
          <p:spPr>
            <a:xfrm>
              <a:off x="6813142" y="12155196"/>
              <a:ext cx="19682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Sixth 5.9 Hz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C54A30C-3D91-E364-204A-F726D0E95DDD}"/>
                </a:ext>
              </a:extLst>
            </p:cNvPr>
            <p:cNvSpPr/>
            <p:nvPr/>
          </p:nvSpPr>
          <p:spPr>
            <a:xfrm>
              <a:off x="2384255" y="760396"/>
              <a:ext cx="7642621" cy="218279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C1ECEDE-DB3D-6E2D-5DCF-EC05FA0D3A83}"/>
                </a:ext>
              </a:extLst>
            </p:cNvPr>
            <p:cNvSpPr/>
            <p:nvPr/>
          </p:nvSpPr>
          <p:spPr>
            <a:xfrm>
              <a:off x="2384255" y="6339995"/>
              <a:ext cx="7642621" cy="669579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A026F67-4FA2-A0B3-DE5A-F08EC6324B9A}"/>
                </a:ext>
              </a:extLst>
            </p:cNvPr>
            <p:cNvSpPr txBox="1"/>
            <p:nvPr/>
          </p:nvSpPr>
          <p:spPr>
            <a:xfrm>
              <a:off x="2430292" y="-2484196"/>
              <a:ext cx="15377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C01BF82-8382-E9AE-DCE5-CFBD5638B209}"/>
                </a:ext>
              </a:extLst>
            </p:cNvPr>
            <p:cNvSpPr txBox="1"/>
            <p:nvPr/>
          </p:nvSpPr>
          <p:spPr>
            <a:xfrm>
              <a:off x="2430292" y="728496"/>
              <a:ext cx="15377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08778BF-9341-AC28-EA8D-07667DC3F282}"/>
                </a:ext>
              </a:extLst>
            </p:cNvPr>
            <p:cNvSpPr txBox="1"/>
            <p:nvPr/>
          </p:nvSpPr>
          <p:spPr>
            <a:xfrm>
              <a:off x="2425487" y="3119395"/>
              <a:ext cx="15377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D4E6EBD-363E-3A86-7908-0E1113F9B214}"/>
                </a:ext>
              </a:extLst>
            </p:cNvPr>
            <p:cNvSpPr txBox="1"/>
            <p:nvPr/>
          </p:nvSpPr>
          <p:spPr>
            <a:xfrm>
              <a:off x="2421045" y="6350998"/>
              <a:ext cx="15377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(d)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124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26525-1251-CA14-B86F-2782A83A3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posing for a photo&#10;&#10;AI-generated content may be incorrect.">
            <a:extLst>
              <a:ext uri="{FF2B5EF4-FFF2-40B4-BE49-F238E27FC236}">
                <a16:creationId xmlns:a16="http://schemas.microsoft.com/office/drawing/2014/main" id="{91189056-4025-EA4C-2A9A-4C07F47D87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49" b="14692"/>
          <a:stretch>
            <a:fillRect/>
          </a:stretch>
        </p:blipFill>
        <p:spPr>
          <a:xfrm>
            <a:off x="2031498" y="1736204"/>
            <a:ext cx="7772400" cy="375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297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3C001-98A9-7B92-BAC7-85362670B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4784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ounded Rectangle 146">
            <a:extLst>
              <a:ext uri="{FF2B5EF4-FFF2-40B4-BE49-F238E27FC236}">
                <a16:creationId xmlns:a16="http://schemas.microsoft.com/office/drawing/2014/main" id="{F51BAF8D-8422-076A-E7CD-F8D5D1FF3389}"/>
              </a:ext>
            </a:extLst>
          </p:cNvPr>
          <p:cNvSpPr>
            <a:spLocks/>
          </p:cNvSpPr>
          <p:nvPr/>
        </p:nvSpPr>
        <p:spPr>
          <a:xfrm>
            <a:off x="6174021" y="3812652"/>
            <a:ext cx="4067259" cy="1330848"/>
          </a:xfrm>
          <a:prstGeom prst="roundRect">
            <a:avLst>
              <a:gd name="adj" fmla="val 5101"/>
            </a:avLst>
          </a:prstGeom>
          <a:solidFill>
            <a:schemeClr val="accent1">
              <a:lumMod val="40000"/>
              <a:lumOff val="6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000" dirty="0">
              <a:solidFill>
                <a:schemeClr val="accent1">
                  <a:lumMod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52" name="Picture 51" descr="A cloud with a wifi symbol&#10;&#10;Description automatically generated">
            <a:extLst>
              <a:ext uri="{FF2B5EF4-FFF2-40B4-BE49-F238E27FC236}">
                <a16:creationId xmlns:a16="http://schemas.microsoft.com/office/drawing/2014/main" id="{D666AAAB-AEDA-36E7-8A3E-369FF397A6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384" y="3997328"/>
            <a:ext cx="961497" cy="961497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833BF640-5EBE-C63E-BB95-7DF7DE697C51}"/>
              </a:ext>
            </a:extLst>
          </p:cNvPr>
          <p:cNvSpPr txBox="1">
            <a:spLocks/>
          </p:cNvSpPr>
          <p:nvPr/>
        </p:nvSpPr>
        <p:spPr>
          <a:xfrm>
            <a:off x="7411110" y="4278021"/>
            <a:ext cx="25357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sp>
        <p:nvSpPr>
          <p:cNvPr id="84" name="Rounded Rectangle 146">
            <a:extLst>
              <a:ext uri="{FF2B5EF4-FFF2-40B4-BE49-F238E27FC236}">
                <a16:creationId xmlns:a16="http://schemas.microsoft.com/office/drawing/2014/main" id="{F3480A03-A3C5-B50C-1BC7-15978C64CA81}"/>
              </a:ext>
            </a:extLst>
          </p:cNvPr>
          <p:cNvSpPr>
            <a:spLocks/>
          </p:cNvSpPr>
          <p:nvPr/>
        </p:nvSpPr>
        <p:spPr>
          <a:xfrm>
            <a:off x="6174021" y="2363705"/>
            <a:ext cx="4067259" cy="1330848"/>
          </a:xfrm>
          <a:prstGeom prst="roundRect">
            <a:avLst>
              <a:gd name="adj" fmla="val 5101"/>
            </a:avLst>
          </a:prstGeom>
          <a:solidFill>
            <a:schemeClr val="accent1">
              <a:lumMod val="40000"/>
              <a:lumOff val="6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000" dirty="0">
              <a:solidFill>
                <a:schemeClr val="accent1">
                  <a:lumMod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58" name="Picture 57" descr="A battery and gear icon&#10;&#10;Description automatically generated">
            <a:extLst>
              <a:ext uri="{FF2B5EF4-FFF2-40B4-BE49-F238E27FC236}">
                <a16:creationId xmlns:a16="http://schemas.microsoft.com/office/drawing/2014/main" id="{B264A10F-D7E1-15D9-DD0B-4845BF07CF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383" y="2535926"/>
            <a:ext cx="961499" cy="961499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D71A0017-5451-611E-A446-4CBE6505118C}"/>
              </a:ext>
            </a:extLst>
          </p:cNvPr>
          <p:cNvSpPr txBox="1">
            <a:spLocks/>
          </p:cNvSpPr>
          <p:nvPr/>
        </p:nvSpPr>
        <p:spPr>
          <a:xfrm>
            <a:off x="7650781" y="2715926"/>
            <a:ext cx="20564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SYSTEM</a:t>
            </a:r>
          </a:p>
        </p:txBody>
      </p:sp>
      <p:sp>
        <p:nvSpPr>
          <p:cNvPr id="85" name="Rounded Rectangle 146">
            <a:extLst>
              <a:ext uri="{FF2B5EF4-FFF2-40B4-BE49-F238E27FC236}">
                <a16:creationId xmlns:a16="http://schemas.microsoft.com/office/drawing/2014/main" id="{0698055C-AC87-D3A6-7ECE-DE9B50B5E081}"/>
              </a:ext>
            </a:extLst>
          </p:cNvPr>
          <p:cNvSpPr>
            <a:spLocks/>
          </p:cNvSpPr>
          <p:nvPr/>
        </p:nvSpPr>
        <p:spPr>
          <a:xfrm>
            <a:off x="1984306" y="3812652"/>
            <a:ext cx="4067259" cy="1330848"/>
          </a:xfrm>
          <a:prstGeom prst="roundRect">
            <a:avLst>
              <a:gd name="adj" fmla="val 5101"/>
            </a:avLst>
          </a:prstGeom>
          <a:solidFill>
            <a:schemeClr val="accent1">
              <a:lumMod val="40000"/>
              <a:lumOff val="6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000" dirty="0">
              <a:solidFill>
                <a:schemeClr val="accent1">
                  <a:lumMod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64" name="Picture 63" descr="A blue and white face with waves&#10;&#10;Description automatically generated">
            <a:extLst>
              <a:ext uri="{FF2B5EF4-FFF2-40B4-BE49-F238E27FC236}">
                <a16:creationId xmlns:a16="http://schemas.microsoft.com/office/drawing/2014/main" id="{F3CB3E62-7129-A83B-06AD-A7503CE0F55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34" y="3997328"/>
            <a:ext cx="961497" cy="961497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1C86A3B3-D20D-C274-B165-B38B7E643D20}"/>
              </a:ext>
            </a:extLst>
          </p:cNvPr>
          <p:cNvSpPr txBox="1">
            <a:spLocks/>
          </p:cNvSpPr>
          <p:nvPr/>
        </p:nvSpPr>
        <p:spPr>
          <a:xfrm>
            <a:off x="3578059" y="4278021"/>
            <a:ext cx="19531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PERCEPTION</a:t>
            </a:r>
          </a:p>
        </p:txBody>
      </p:sp>
      <p:sp>
        <p:nvSpPr>
          <p:cNvPr id="86" name="Rounded Rectangle 146">
            <a:extLst>
              <a:ext uri="{FF2B5EF4-FFF2-40B4-BE49-F238E27FC236}">
                <a16:creationId xmlns:a16="http://schemas.microsoft.com/office/drawing/2014/main" id="{AA907E62-938B-709C-253C-18E20CBE7A18}"/>
              </a:ext>
            </a:extLst>
          </p:cNvPr>
          <p:cNvSpPr>
            <a:spLocks/>
          </p:cNvSpPr>
          <p:nvPr/>
        </p:nvSpPr>
        <p:spPr>
          <a:xfrm>
            <a:off x="1984306" y="902032"/>
            <a:ext cx="4067259" cy="2792521"/>
          </a:xfrm>
          <a:prstGeom prst="roundRect">
            <a:avLst>
              <a:gd name="adj" fmla="val 2747"/>
            </a:avLst>
          </a:prstGeom>
          <a:solidFill>
            <a:schemeClr val="accent1">
              <a:lumMod val="40000"/>
              <a:lumOff val="6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000" dirty="0">
              <a:solidFill>
                <a:schemeClr val="accent1">
                  <a:lumMod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38" name="Picture 37" descr="A green circuit board with yellow and black colors&#10;&#10;Description automatically generated">
            <a:extLst>
              <a:ext uri="{FF2B5EF4-FFF2-40B4-BE49-F238E27FC236}">
                <a16:creationId xmlns:a16="http://schemas.microsoft.com/office/drawing/2014/main" id="{5A0F2C40-0558-6BCC-14B3-A5692484FD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3657" y="1219118"/>
            <a:ext cx="1808556" cy="1808556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1723ED7-6C91-4560-3D01-3A2C83721120}"/>
              </a:ext>
            </a:extLst>
          </p:cNvPr>
          <p:cNvSpPr txBox="1">
            <a:spLocks/>
          </p:cNvSpPr>
          <p:nvPr/>
        </p:nvSpPr>
        <p:spPr>
          <a:xfrm>
            <a:off x="2749223" y="3110252"/>
            <a:ext cx="2537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CONTROL</a:t>
            </a:r>
          </a:p>
        </p:txBody>
      </p:sp>
      <p:sp>
        <p:nvSpPr>
          <p:cNvPr id="87" name="Rounded Rectangle 146">
            <a:extLst>
              <a:ext uri="{FF2B5EF4-FFF2-40B4-BE49-F238E27FC236}">
                <a16:creationId xmlns:a16="http://schemas.microsoft.com/office/drawing/2014/main" id="{006D6035-9D30-497A-40BA-0B9059A16645}"/>
              </a:ext>
            </a:extLst>
          </p:cNvPr>
          <p:cNvSpPr>
            <a:spLocks/>
          </p:cNvSpPr>
          <p:nvPr/>
        </p:nvSpPr>
        <p:spPr>
          <a:xfrm>
            <a:off x="6174021" y="902032"/>
            <a:ext cx="4067259" cy="1330848"/>
          </a:xfrm>
          <a:prstGeom prst="roundRect">
            <a:avLst>
              <a:gd name="adj" fmla="val 5101"/>
            </a:avLst>
          </a:prstGeom>
          <a:solidFill>
            <a:schemeClr val="accent1">
              <a:lumMod val="40000"/>
              <a:lumOff val="6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000" dirty="0">
              <a:solidFill>
                <a:schemeClr val="accent1">
                  <a:lumMod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66" name="Picture 65" descr="A hand touching a blue screen&#10;&#10;Description automatically generated">
            <a:extLst>
              <a:ext uri="{FF2B5EF4-FFF2-40B4-BE49-F238E27FC236}">
                <a16:creationId xmlns:a16="http://schemas.microsoft.com/office/drawing/2014/main" id="{FEB9354A-5BC9-9B30-BAB8-70139A57234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383" y="1086707"/>
            <a:ext cx="961499" cy="961499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A8D80462-7494-7322-9712-9CFF961457F6}"/>
              </a:ext>
            </a:extLst>
          </p:cNvPr>
          <p:cNvSpPr txBox="1">
            <a:spLocks/>
          </p:cNvSpPr>
          <p:nvPr/>
        </p:nvSpPr>
        <p:spPr>
          <a:xfrm>
            <a:off x="7636462" y="1360111"/>
            <a:ext cx="2085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INTERACTION</a:t>
            </a:r>
          </a:p>
        </p:txBody>
      </p:sp>
    </p:spTree>
    <p:extLst>
      <p:ext uri="{BB962C8B-B14F-4D97-AF65-F5344CB8AC3E}">
        <p14:creationId xmlns:p14="http://schemas.microsoft.com/office/powerpoint/2010/main" val="30800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1D39A7-43B5-4C68-52AD-4A8912C2CC6F}"/>
              </a:ext>
            </a:extLst>
          </p:cNvPr>
          <p:cNvSpPr>
            <a:spLocks/>
          </p:cNvSpPr>
          <p:nvPr/>
        </p:nvSpPr>
        <p:spPr>
          <a:xfrm>
            <a:off x="8420925" y="1831120"/>
            <a:ext cx="2646709" cy="3044928"/>
          </a:xfrm>
          <a:prstGeom prst="rect">
            <a:avLst/>
          </a:prstGeom>
          <a:solidFill>
            <a:srgbClr val="DAE3F5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56900D-7122-95B6-979A-ABB541990B56}"/>
              </a:ext>
            </a:extLst>
          </p:cNvPr>
          <p:cNvSpPr>
            <a:spLocks/>
          </p:cNvSpPr>
          <p:nvPr/>
        </p:nvSpPr>
        <p:spPr>
          <a:xfrm>
            <a:off x="1209011" y="639969"/>
            <a:ext cx="9858623" cy="1112631"/>
          </a:xfrm>
          <a:prstGeom prst="rect">
            <a:avLst/>
          </a:prstGeom>
          <a:solidFill>
            <a:srgbClr val="DAE3F5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A86AF1-A472-5475-4E4B-87479FC1FB33}"/>
              </a:ext>
            </a:extLst>
          </p:cNvPr>
          <p:cNvSpPr>
            <a:spLocks/>
          </p:cNvSpPr>
          <p:nvPr/>
        </p:nvSpPr>
        <p:spPr>
          <a:xfrm>
            <a:off x="1209011" y="4954568"/>
            <a:ext cx="9858623" cy="1112631"/>
          </a:xfrm>
          <a:prstGeom prst="rect">
            <a:avLst/>
          </a:prstGeom>
          <a:solidFill>
            <a:srgbClr val="DAE3F5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CA9C535-CDD4-7F57-BCF9-5921D066D78A}"/>
              </a:ext>
            </a:extLst>
          </p:cNvPr>
          <p:cNvSpPr>
            <a:spLocks/>
          </p:cNvSpPr>
          <p:nvPr/>
        </p:nvSpPr>
        <p:spPr>
          <a:xfrm>
            <a:off x="3937655" y="1831120"/>
            <a:ext cx="4401335" cy="3044928"/>
          </a:xfrm>
          <a:prstGeom prst="rect">
            <a:avLst/>
          </a:prstGeom>
          <a:solidFill>
            <a:srgbClr val="DAE3F5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404905F-9018-6B76-A883-2451E6C3B777}"/>
              </a:ext>
            </a:extLst>
          </p:cNvPr>
          <p:cNvSpPr>
            <a:spLocks/>
          </p:cNvSpPr>
          <p:nvPr/>
        </p:nvSpPr>
        <p:spPr>
          <a:xfrm>
            <a:off x="1209011" y="1831120"/>
            <a:ext cx="2646709" cy="3044928"/>
          </a:xfrm>
          <a:prstGeom prst="rect">
            <a:avLst/>
          </a:prstGeom>
          <a:solidFill>
            <a:srgbClr val="DAE3F5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ounded Rectangle 146">
            <a:extLst>
              <a:ext uri="{FF2B5EF4-FFF2-40B4-BE49-F238E27FC236}">
                <a16:creationId xmlns:a16="http://schemas.microsoft.com/office/drawing/2014/main" id="{F51BAF8D-8422-076A-E7CD-F8D5D1FF3389}"/>
              </a:ext>
            </a:extLst>
          </p:cNvPr>
          <p:cNvSpPr>
            <a:spLocks/>
          </p:cNvSpPr>
          <p:nvPr/>
        </p:nvSpPr>
        <p:spPr>
          <a:xfrm>
            <a:off x="1319743" y="752915"/>
            <a:ext cx="2405936" cy="882941"/>
          </a:xfrm>
          <a:prstGeom prst="roundRect">
            <a:avLst>
              <a:gd name="adj" fmla="val 5101"/>
            </a:avLst>
          </a:prstGeom>
          <a:solidFill>
            <a:schemeClr val="accent1">
              <a:lumMod val="40000"/>
              <a:lumOff val="6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52" name="Picture 51" descr="A cloud with a wifi symbol&#10;&#10;Description automatically generated">
            <a:extLst>
              <a:ext uri="{FF2B5EF4-FFF2-40B4-BE49-F238E27FC236}">
                <a16:creationId xmlns:a16="http://schemas.microsoft.com/office/drawing/2014/main" id="{D666AAAB-AEDA-36E7-8A3E-369FF397A6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228" y="867354"/>
            <a:ext cx="637898" cy="637898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833BF640-5EBE-C63E-BB95-7DF7DE697C51}"/>
              </a:ext>
            </a:extLst>
          </p:cNvPr>
          <p:cNvSpPr txBox="1">
            <a:spLocks/>
          </p:cNvSpPr>
          <p:nvPr/>
        </p:nvSpPr>
        <p:spPr>
          <a:xfrm>
            <a:off x="2089698" y="1017026"/>
            <a:ext cx="18267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sp>
        <p:nvSpPr>
          <p:cNvPr id="84" name="Rounded Rectangle 146">
            <a:extLst>
              <a:ext uri="{FF2B5EF4-FFF2-40B4-BE49-F238E27FC236}">
                <a16:creationId xmlns:a16="http://schemas.microsoft.com/office/drawing/2014/main" id="{F3480A03-A3C5-B50C-1BC7-15978C64CA81}"/>
              </a:ext>
            </a:extLst>
          </p:cNvPr>
          <p:cNvSpPr>
            <a:spLocks/>
          </p:cNvSpPr>
          <p:nvPr/>
        </p:nvSpPr>
        <p:spPr>
          <a:xfrm>
            <a:off x="1319743" y="1937522"/>
            <a:ext cx="2405936" cy="882941"/>
          </a:xfrm>
          <a:prstGeom prst="roundRect">
            <a:avLst>
              <a:gd name="adj" fmla="val 5101"/>
            </a:avLst>
          </a:prstGeom>
          <a:solidFill>
            <a:schemeClr val="accent1">
              <a:lumMod val="40000"/>
              <a:lumOff val="6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58" name="Picture 57" descr="A battery and gear icon&#10;&#10;Description automatically generated">
            <a:extLst>
              <a:ext uri="{FF2B5EF4-FFF2-40B4-BE49-F238E27FC236}">
                <a16:creationId xmlns:a16="http://schemas.microsoft.com/office/drawing/2014/main" id="{B264A10F-D7E1-15D9-DD0B-4845BF07CF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799" y="2063315"/>
            <a:ext cx="637899" cy="637899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D71A0017-5451-611E-A446-4CBE6505118C}"/>
              </a:ext>
            </a:extLst>
          </p:cNvPr>
          <p:cNvSpPr txBox="1">
            <a:spLocks/>
          </p:cNvSpPr>
          <p:nvPr/>
        </p:nvSpPr>
        <p:spPr>
          <a:xfrm>
            <a:off x="2089698" y="2212987"/>
            <a:ext cx="14278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ystem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Rounded Rectangle 146">
            <a:extLst>
              <a:ext uri="{FF2B5EF4-FFF2-40B4-BE49-F238E27FC236}">
                <a16:creationId xmlns:a16="http://schemas.microsoft.com/office/drawing/2014/main" id="{0698055C-AC87-D3A6-7ECE-DE9B50B5E081}"/>
              </a:ext>
            </a:extLst>
          </p:cNvPr>
          <p:cNvSpPr>
            <a:spLocks/>
          </p:cNvSpPr>
          <p:nvPr/>
        </p:nvSpPr>
        <p:spPr>
          <a:xfrm>
            <a:off x="1315154" y="5067515"/>
            <a:ext cx="2405936" cy="882941"/>
          </a:xfrm>
          <a:prstGeom prst="roundRect">
            <a:avLst>
              <a:gd name="adj" fmla="val 5101"/>
            </a:avLst>
          </a:prstGeom>
          <a:solidFill>
            <a:schemeClr val="accent1">
              <a:lumMod val="40000"/>
              <a:lumOff val="6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64" name="Picture 63" descr="A blue and white face with waves&#10;&#10;Description automatically generated">
            <a:extLst>
              <a:ext uri="{FF2B5EF4-FFF2-40B4-BE49-F238E27FC236}">
                <a16:creationId xmlns:a16="http://schemas.microsoft.com/office/drawing/2014/main" id="{F3CB3E62-7129-A83B-06AD-A7503CE0F55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228" y="5199578"/>
            <a:ext cx="637898" cy="637898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1C86A3B3-D20D-C274-B165-B38B7E643D20}"/>
              </a:ext>
            </a:extLst>
          </p:cNvPr>
          <p:cNvSpPr txBox="1">
            <a:spLocks/>
          </p:cNvSpPr>
          <p:nvPr/>
        </p:nvSpPr>
        <p:spPr>
          <a:xfrm>
            <a:off x="2089698" y="5341606"/>
            <a:ext cx="1295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erception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Rounded Rectangle 146">
            <a:extLst>
              <a:ext uri="{FF2B5EF4-FFF2-40B4-BE49-F238E27FC236}">
                <a16:creationId xmlns:a16="http://schemas.microsoft.com/office/drawing/2014/main" id="{AA907E62-938B-709C-253C-18E20CBE7A18}"/>
              </a:ext>
            </a:extLst>
          </p:cNvPr>
          <p:cNvSpPr>
            <a:spLocks/>
          </p:cNvSpPr>
          <p:nvPr/>
        </p:nvSpPr>
        <p:spPr>
          <a:xfrm>
            <a:off x="4048388" y="1944067"/>
            <a:ext cx="2405936" cy="882941"/>
          </a:xfrm>
          <a:prstGeom prst="roundRect">
            <a:avLst>
              <a:gd name="adj" fmla="val 5101"/>
            </a:avLst>
          </a:prstGeom>
          <a:solidFill>
            <a:schemeClr val="accent1">
              <a:lumMod val="40000"/>
              <a:lumOff val="6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38" name="Picture 37" descr="A green circuit board with yellow and black colors&#10;&#10;Description automatically generated">
            <a:extLst>
              <a:ext uri="{FF2B5EF4-FFF2-40B4-BE49-F238E27FC236}">
                <a16:creationId xmlns:a16="http://schemas.microsoft.com/office/drawing/2014/main" id="{5A0F2C40-0558-6BCC-14B3-A5692484FD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5406" y="2063315"/>
            <a:ext cx="637898" cy="63789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1723ED7-6C91-4560-3D01-3A2C83721120}"/>
              </a:ext>
            </a:extLst>
          </p:cNvPr>
          <p:cNvSpPr txBox="1">
            <a:spLocks/>
          </p:cNvSpPr>
          <p:nvPr/>
        </p:nvSpPr>
        <p:spPr>
          <a:xfrm>
            <a:off x="4853304" y="2212987"/>
            <a:ext cx="14782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</a:p>
        </p:txBody>
      </p:sp>
      <p:sp>
        <p:nvSpPr>
          <p:cNvPr id="87" name="Rounded Rectangle 146">
            <a:extLst>
              <a:ext uri="{FF2B5EF4-FFF2-40B4-BE49-F238E27FC236}">
                <a16:creationId xmlns:a16="http://schemas.microsoft.com/office/drawing/2014/main" id="{006D6035-9D30-497A-40BA-0B9059A16645}"/>
              </a:ext>
            </a:extLst>
          </p:cNvPr>
          <p:cNvSpPr>
            <a:spLocks/>
          </p:cNvSpPr>
          <p:nvPr/>
        </p:nvSpPr>
        <p:spPr>
          <a:xfrm>
            <a:off x="8531658" y="1935624"/>
            <a:ext cx="2405936" cy="882941"/>
          </a:xfrm>
          <a:prstGeom prst="roundRect">
            <a:avLst>
              <a:gd name="adj" fmla="val 5101"/>
            </a:avLst>
          </a:prstGeom>
          <a:solidFill>
            <a:schemeClr val="accent1">
              <a:lumMod val="40000"/>
              <a:lumOff val="6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66" name="Picture 65" descr="A hand touching a blue screen&#10;&#10;Description automatically generated">
            <a:extLst>
              <a:ext uri="{FF2B5EF4-FFF2-40B4-BE49-F238E27FC236}">
                <a16:creationId xmlns:a16="http://schemas.microsoft.com/office/drawing/2014/main" id="{FEB9354A-5BC9-9B30-BAB8-70139A57234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4056" y="2058145"/>
            <a:ext cx="637899" cy="637899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A8D80462-7494-7322-9712-9CFF961457F6}"/>
              </a:ext>
            </a:extLst>
          </p:cNvPr>
          <p:cNvSpPr txBox="1">
            <a:spLocks/>
          </p:cNvSpPr>
          <p:nvPr/>
        </p:nvSpPr>
        <p:spPr>
          <a:xfrm>
            <a:off x="9336013" y="2207817"/>
            <a:ext cx="11562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nteraction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146">
            <a:extLst>
              <a:ext uri="{FF2B5EF4-FFF2-40B4-BE49-F238E27FC236}">
                <a16:creationId xmlns:a16="http://schemas.microsoft.com/office/drawing/2014/main" id="{724960EE-5BA3-89CA-8B1E-27A6F35B7D7D}"/>
              </a:ext>
            </a:extLst>
          </p:cNvPr>
          <p:cNvSpPr>
            <a:spLocks/>
          </p:cNvSpPr>
          <p:nvPr/>
        </p:nvSpPr>
        <p:spPr>
          <a:xfrm>
            <a:off x="7498080" y="744832"/>
            <a:ext cx="3410563" cy="882941"/>
          </a:xfrm>
          <a:prstGeom prst="roundRect">
            <a:avLst>
              <a:gd name="adj" fmla="val 5101"/>
            </a:avLst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11" name="Rounded Rectangle 146">
            <a:extLst>
              <a:ext uri="{FF2B5EF4-FFF2-40B4-BE49-F238E27FC236}">
                <a16:creationId xmlns:a16="http://schemas.microsoft.com/office/drawing/2014/main" id="{061E3D59-1DA6-3299-7423-DCD32481484B}"/>
              </a:ext>
            </a:extLst>
          </p:cNvPr>
          <p:cNvSpPr>
            <a:spLocks/>
          </p:cNvSpPr>
          <p:nvPr/>
        </p:nvSpPr>
        <p:spPr>
          <a:xfrm>
            <a:off x="3937655" y="744832"/>
            <a:ext cx="3410563" cy="882941"/>
          </a:xfrm>
          <a:prstGeom prst="roundRect">
            <a:avLst>
              <a:gd name="adj" fmla="val 5101"/>
            </a:avLst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B4F10A-A380-36BC-9321-870954FE87A9}"/>
              </a:ext>
            </a:extLst>
          </p:cNvPr>
          <p:cNvSpPr txBox="1">
            <a:spLocks/>
          </p:cNvSpPr>
          <p:nvPr/>
        </p:nvSpPr>
        <p:spPr>
          <a:xfrm>
            <a:off x="4048388" y="924692"/>
            <a:ext cx="950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ocal 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9B2892-B1B4-AB07-A2C4-9874167E7B5B}"/>
              </a:ext>
            </a:extLst>
          </p:cNvPr>
          <p:cNvSpPr txBox="1">
            <a:spLocks/>
          </p:cNvSpPr>
          <p:nvPr/>
        </p:nvSpPr>
        <p:spPr>
          <a:xfrm>
            <a:off x="7618282" y="924692"/>
            <a:ext cx="11828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</a:t>
            </a:r>
          </a:p>
        </p:txBody>
      </p:sp>
      <p:sp>
        <p:nvSpPr>
          <p:cNvPr id="14" name="Rounded Rectangle 146">
            <a:extLst>
              <a:ext uri="{FF2B5EF4-FFF2-40B4-BE49-F238E27FC236}">
                <a16:creationId xmlns:a16="http://schemas.microsoft.com/office/drawing/2014/main" id="{201A2C67-7AA5-FCF4-2896-76E52E5F3FF3}"/>
              </a:ext>
            </a:extLst>
          </p:cNvPr>
          <p:cNvSpPr>
            <a:spLocks/>
          </p:cNvSpPr>
          <p:nvPr/>
        </p:nvSpPr>
        <p:spPr>
          <a:xfrm>
            <a:off x="1315155" y="2920543"/>
            <a:ext cx="2405936" cy="882941"/>
          </a:xfrm>
          <a:prstGeom prst="roundRect">
            <a:avLst>
              <a:gd name="adj" fmla="val 5101"/>
            </a:avLst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15" name="Rounded Rectangle 146">
            <a:extLst>
              <a:ext uri="{FF2B5EF4-FFF2-40B4-BE49-F238E27FC236}">
                <a16:creationId xmlns:a16="http://schemas.microsoft.com/office/drawing/2014/main" id="{899C656D-C8FE-E201-59E4-6DA4B563F08A}"/>
              </a:ext>
            </a:extLst>
          </p:cNvPr>
          <p:cNvSpPr>
            <a:spLocks/>
          </p:cNvSpPr>
          <p:nvPr/>
        </p:nvSpPr>
        <p:spPr>
          <a:xfrm>
            <a:off x="1315154" y="3903564"/>
            <a:ext cx="2405936" cy="882941"/>
          </a:xfrm>
          <a:prstGeom prst="roundRect">
            <a:avLst>
              <a:gd name="adj" fmla="val 5101"/>
            </a:avLst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79BC04-391E-6F0B-E40D-67D9556E50C0}"/>
              </a:ext>
            </a:extLst>
          </p:cNvPr>
          <p:cNvSpPr txBox="1">
            <a:spLocks/>
          </p:cNvSpPr>
          <p:nvPr/>
        </p:nvSpPr>
        <p:spPr>
          <a:xfrm>
            <a:off x="1854340" y="3075371"/>
            <a:ext cx="16900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attery / Power Outlet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7B11FD-4887-DCF5-1797-CC859BCF3A88}"/>
              </a:ext>
            </a:extLst>
          </p:cNvPr>
          <p:cNvSpPr txBox="1">
            <a:spLocks/>
          </p:cNvSpPr>
          <p:nvPr/>
        </p:nvSpPr>
        <p:spPr>
          <a:xfrm>
            <a:off x="1759463" y="4045397"/>
            <a:ext cx="1964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Management System</a:t>
            </a:r>
          </a:p>
        </p:txBody>
      </p:sp>
      <p:pic>
        <p:nvPicPr>
          <p:cNvPr id="19" name="Picture 1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1255EAC-015B-BBC4-6999-FFDD36F4F4D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0648" y="1026282"/>
            <a:ext cx="320040" cy="320040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39DDDC0-B09D-19E2-703B-4776DCB0118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5349" y="1026282"/>
            <a:ext cx="320040" cy="320040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389E407-6D32-5F30-1EAA-3F01F7B146F3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2369" y="1015033"/>
            <a:ext cx="320040" cy="320040"/>
          </a:xfrm>
          <a:prstGeom prst="rect">
            <a:avLst/>
          </a:prstGeom>
        </p:spPr>
      </p:pic>
      <p:pic>
        <p:nvPicPr>
          <p:cNvPr id="30" name="Picture 29" descr="A wifi symbol with a black background&#10;&#10;Description automatically generated">
            <a:extLst>
              <a:ext uri="{FF2B5EF4-FFF2-40B4-BE49-F238E27FC236}">
                <a16:creationId xmlns:a16="http://schemas.microsoft.com/office/drawing/2014/main" id="{509EE7B6-3BD7-2154-8DD1-7662F7B57DE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3578" y="1003394"/>
            <a:ext cx="320040" cy="32004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F1C099-9048-ADA9-1136-4C754047B8D5}"/>
              </a:ext>
            </a:extLst>
          </p:cNvPr>
          <p:cNvSpPr txBox="1">
            <a:spLocks/>
          </p:cNvSpPr>
          <p:nvPr/>
        </p:nvSpPr>
        <p:spPr>
          <a:xfrm>
            <a:off x="5344846" y="1032414"/>
            <a:ext cx="5833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3AC0D0-A375-2635-37C4-595AEEF85279}"/>
              </a:ext>
            </a:extLst>
          </p:cNvPr>
          <p:cNvSpPr txBox="1">
            <a:spLocks/>
          </p:cNvSpPr>
          <p:nvPr/>
        </p:nvSpPr>
        <p:spPr>
          <a:xfrm>
            <a:off x="6360874" y="1032414"/>
            <a:ext cx="859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Zigbee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A1BDD0-9048-BA5A-F066-D4598367F105}"/>
              </a:ext>
            </a:extLst>
          </p:cNvPr>
          <p:cNvSpPr txBox="1">
            <a:spLocks/>
          </p:cNvSpPr>
          <p:nvPr/>
        </p:nvSpPr>
        <p:spPr>
          <a:xfrm>
            <a:off x="8960680" y="1032414"/>
            <a:ext cx="5833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740C35-5251-22C5-D706-8180A2C961E4}"/>
              </a:ext>
            </a:extLst>
          </p:cNvPr>
          <p:cNvSpPr txBox="1">
            <a:spLocks/>
          </p:cNvSpPr>
          <p:nvPr/>
        </p:nvSpPr>
        <p:spPr>
          <a:xfrm>
            <a:off x="9956055" y="1032414"/>
            <a:ext cx="7947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Cellular</a:t>
            </a:r>
          </a:p>
        </p:txBody>
      </p:sp>
      <p:pic>
        <p:nvPicPr>
          <p:cNvPr id="43" name="Picture 4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64E470D-890C-08F0-6C73-3A91ADDCE80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266" y="3207738"/>
            <a:ext cx="320040" cy="320040"/>
          </a:xfrm>
          <a:prstGeom prst="rect">
            <a:avLst/>
          </a:prstGeom>
        </p:spPr>
      </p:pic>
      <p:pic>
        <p:nvPicPr>
          <p:cNvPr id="47" name="Picture 4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558C332-18B7-9D83-FB95-46C2964D4E9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266" y="4177764"/>
            <a:ext cx="320040" cy="320040"/>
          </a:xfrm>
          <a:prstGeom prst="rect">
            <a:avLst/>
          </a:prstGeom>
        </p:spPr>
      </p:pic>
      <p:sp>
        <p:nvSpPr>
          <p:cNvPr id="48" name="Rounded Rectangle 146">
            <a:extLst>
              <a:ext uri="{FF2B5EF4-FFF2-40B4-BE49-F238E27FC236}">
                <a16:creationId xmlns:a16="http://schemas.microsoft.com/office/drawing/2014/main" id="{F0852935-B7B7-D925-D91C-3B94C10EE2CF}"/>
              </a:ext>
            </a:extLst>
          </p:cNvPr>
          <p:cNvSpPr>
            <a:spLocks/>
          </p:cNvSpPr>
          <p:nvPr/>
        </p:nvSpPr>
        <p:spPr>
          <a:xfrm>
            <a:off x="4048388" y="2932033"/>
            <a:ext cx="2405936" cy="882941"/>
          </a:xfrm>
          <a:prstGeom prst="roundRect">
            <a:avLst>
              <a:gd name="adj" fmla="val 5101"/>
            </a:avLst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54" name="Picture 5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2483C8B-5453-DF91-9FD3-31FA75FA6D7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4078" y="3207738"/>
            <a:ext cx="320040" cy="32004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0F528409-47D6-AF5F-59C9-582BCEBA3E22}"/>
              </a:ext>
            </a:extLst>
          </p:cNvPr>
          <p:cNvSpPr txBox="1">
            <a:spLocks/>
          </p:cNvSpPr>
          <p:nvPr/>
        </p:nvSpPr>
        <p:spPr>
          <a:xfrm>
            <a:off x="4746542" y="3075371"/>
            <a:ext cx="16900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 Controller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</a:p>
        </p:txBody>
      </p:sp>
      <p:sp>
        <p:nvSpPr>
          <p:cNvPr id="57" name="Rounded Rectangle 146">
            <a:extLst>
              <a:ext uri="{FF2B5EF4-FFF2-40B4-BE49-F238E27FC236}">
                <a16:creationId xmlns:a16="http://schemas.microsoft.com/office/drawing/2014/main" id="{DD513B1A-2495-C436-DE33-1AA51278EE98}"/>
              </a:ext>
            </a:extLst>
          </p:cNvPr>
          <p:cNvSpPr>
            <a:spLocks/>
          </p:cNvSpPr>
          <p:nvPr/>
        </p:nvSpPr>
        <p:spPr>
          <a:xfrm>
            <a:off x="4048388" y="3903564"/>
            <a:ext cx="2405936" cy="882941"/>
          </a:xfrm>
          <a:prstGeom prst="roundRect">
            <a:avLst>
              <a:gd name="adj" fmla="val 5101"/>
            </a:avLst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71" name="Rounded Rectangle 146">
            <a:extLst>
              <a:ext uri="{FF2B5EF4-FFF2-40B4-BE49-F238E27FC236}">
                <a16:creationId xmlns:a16="http://schemas.microsoft.com/office/drawing/2014/main" id="{94C72406-D954-B071-44A8-1893A10FA1F5}"/>
              </a:ext>
            </a:extLst>
          </p:cNvPr>
          <p:cNvSpPr>
            <a:spLocks/>
          </p:cNvSpPr>
          <p:nvPr/>
        </p:nvSpPr>
        <p:spPr>
          <a:xfrm>
            <a:off x="6546722" y="1944067"/>
            <a:ext cx="1672163" cy="882941"/>
          </a:xfrm>
          <a:prstGeom prst="roundRect">
            <a:avLst>
              <a:gd name="adj" fmla="val 5101"/>
            </a:avLst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73" name="Picture 7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5E42151-BB8F-BE86-5EA5-3032859E061F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597" y="2244619"/>
            <a:ext cx="301752" cy="301752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ADB94072-E15D-0167-1E03-9B1CA6379D26}"/>
              </a:ext>
            </a:extLst>
          </p:cNvPr>
          <p:cNvSpPr txBox="1">
            <a:spLocks/>
          </p:cNvSpPr>
          <p:nvPr/>
        </p:nvSpPr>
        <p:spPr>
          <a:xfrm>
            <a:off x="6924604" y="2207817"/>
            <a:ext cx="1294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Timer/ RTC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Rounded Rectangle 146">
            <a:extLst>
              <a:ext uri="{FF2B5EF4-FFF2-40B4-BE49-F238E27FC236}">
                <a16:creationId xmlns:a16="http://schemas.microsoft.com/office/drawing/2014/main" id="{828D9B10-4D7D-E063-C343-308DC13D5F95}"/>
              </a:ext>
            </a:extLst>
          </p:cNvPr>
          <p:cNvSpPr>
            <a:spLocks/>
          </p:cNvSpPr>
          <p:nvPr/>
        </p:nvSpPr>
        <p:spPr>
          <a:xfrm>
            <a:off x="6546722" y="2927553"/>
            <a:ext cx="1672163" cy="882941"/>
          </a:xfrm>
          <a:prstGeom prst="roundRect">
            <a:avLst>
              <a:gd name="adj" fmla="val 5101"/>
            </a:avLst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CEED235-9DDE-935C-16A7-CA2B5296A8EE}"/>
              </a:ext>
            </a:extLst>
          </p:cNvPr>
          <p:cNvSpPr txBox="1">
            <a:spLocks/>
          </p:cNvSpPr>
          <p:nvPr/>
        </p:nvSpPr>
        <p:spPr>
          <a:xfrm>
            <a:off x="6946085" y="3198481"/>
            <a:ext cx="13070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RAM/ROM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0" name="Picture 6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21225E8-55D5-F468-FAC3-6634D0B92DAF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453" y="3207738"/>
            <a:ext cx="320040" cy="320040"/>
          </a:xfrm>
          <a:prstGeom prst="rect">
            <a:avLst/>
          </a:prstGeom>
        </p:spPr>
      </p:pic>
      <p:pic>
        <p:nvPicPr>
          <p:cNvPr id="92" name="Picture 9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90A91BD-D8EB-15BB-F746-6735FC881B35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7128" y="4177764"/>
            <a:ext cx="320040" cy="320040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A8271E24-9540-31DD-2C80-0EE8E87E8980}"/>
              </a:ext>
            </a:extLst>
          </p:cNvPr>
          <p:cNvSpPr txBox="1">
            <a:spLocks/>
          </p:cNvSpPr>
          <p:nvPr/>
        </p:nvSpPr>
        <p:spPr>
          <a:xfrm>
            <a:off x="4746542" y="4045397"/>
            <a:ext cx="16900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SPI/I2C/UART/ADC/DAC/…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Rounded Rectangle 146">
            <a:extLst>
              <a:ext uri="{FF2B5EF4-FFF2-40B4-BE49-F238E27FC236}">
                <a16:creationId xmlns:a16="http://schemas.microsoft.com/office/drawing/2014/main" id="{32C766EC-6222-6CB0-4989-D08B55E3EB16}"/>
              </a:ext>
            </a:extLst>
          </p:cNvPr>
          <p:cNvSpPr>
            <a:spLocks/>
          </p:cNvSpPr>
          <p:nvPr/>
        </p:nvSpPr>
        <p:spPr>
          <a:xfrm>
            <a:off x="6546722" y="3903563"/>
            <a:ext cx="1672163" cy="882941"/>
          </a:xfrm>
          <a:prstGeom prst="roundRect">
            <a:avLst>
              <a:gd name="adj" fmla="val 5101"/>
            </a:avLst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97" name="Picture 9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108871F-7613-9B3E-537F-B34E2656CF5E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453" y="4177764"/>
            <a:ext cx="320040" cy="320040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301D8A56-023C-98F0-71CF-7FDC6C445651}"/>
              </a:ext>
            </a:extLst>
          </p:cNvPr>
          <p:cNvSpPr txBox="1">
            <a:spLocks/>
          </p:cNvSpPr>
          <p:nvPr/>
        </p:nvSpPr>
        <p:spPr>
          <a:xfrm>
            <a:off x="6897093" y="4045397"/>
            <a:ext cx="13559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Volume Storage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Rounded Rectangle 146">
            <a:extLst>
              <a:ext uri="{FF2B5EF4-FFF2-40B4-BE49-F238E27FC236}">
                <a16:creationId xmlns:a16="http://schemas.microsoft.com/office/drawing/2014/main" id="{0502BE8B-C272-518F-ECA8-202555D65738}"/>
              </a:ext>
            </a:extLst>
          </p:cNvPr>
          <p:cNvSpPr>
            <a:spLocks/>
          </p:cNvSpPr>
          <p:nvPr/>
        </p:nvSpPr>
        <p:spPr>
          <a:xfrm>
            <a:off x="8531658" y="2938356"/>
            <a:ext cx="2405936" cy="882941"/>
          </a:xfrm>
          <a:prstGeom prst="roundRect">
            <a:avLst>
              <a:gd name="adj" fmla="val 5101"/>
            </a:avLst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20" name="Picture 1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12F720A-4EF6-0A88-B646-0EB4267A8B1B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985" y="3201993"/>
            <a:ext cx="320040" cy="320040"/>
          </a:xfrm>
          <a:prstGeom prst="rect">
            <a:avLst/>
          </a:prstGeom>
        </p:spPr>
      </p:pic>
      <p:sp>
        <p:nvSpPr>
          <p:cNvPr id="21" name="Rounded Rectangle 146">
            <a:extLst>
              <a:ext uri="{FF2B5EF4-FFF2-40B4-BE49-F238E27FC236}">
                <a16:creationId xmlns:a16="http://schemas.microsoft.com/office/drawing/2014/main" id="{06548EE8-E084-A764-3F60-E69DF088CD0B}"/>
              </a:ext>
            </a:extLst>
          </p:cNvPr>
          <p:cNvSpPr>
            <a:spLocks/>
          </p:cNvSpPr>
          <p:nvPr/>
        </p:nvSpPr>
        <p:spPr>
          <a:xfrm>
            <a:off x="8541311" y="3899817"/>
            <a:ext cx="2405936" cy="882941"/>
          </a:xfrm>
          <a:prstGeom prst="roundRect">
            <a:avLst>
              <a:gd name="adj" fmla="val 5101"/>
            </a:avLst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4C520D6-5069-282D-3DED-18CCCAF3C033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985" y="4177764"/>
            <a:ext cx="320040" cy="32004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1161F92-332F-781C-D72E-1BB5AA01EA32}"/>
              </a:ext>
            </a:extLst>
          </p:cNvPr>
          <p:cNvSpPr txBox="1">
            <a:spLocks/>
          </p:cNvSpPr>
          <p:nvPr/>
        </p:nvSpPr>
        <p:spPr>
          <a:xfrm>
            <a:off x="9302553" y="3076635"/>
            <a:ext cx="13070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 Input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D1C8F4-22DD-F99F-50A1-14A3DBCA3474}"/>
              </a:ext>
            </a:extLst>
          </p:cNvPr>
          <p:cNvSpPr txBox="1">
            <a:spLocks/>
          </p:cNvSpPr>
          <p:nvPr/>
        </p:nvSpPr>
        <p:spPr>
          <a:xfrm>
            <a:off x="9348907" y="4030293"/>
            <a:ext cx="13070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Monitoring</a:t>
            </a:r>
          </a:p>
        </p:txBody>
      </p:sp>
      <p:sp>
        <p:nvSpPr>
          <p:cNvPr id="37" name="Rounded Rectangle 146">
            <a:extLst>
              <a:ext uri="{FF2B5EF4-FFF2-40B4-BE49-F238E27FC236}">
                <a16:creationId xmlns:a16="http://schemas.microsoft.com/office/drawing/2014/main" id="{066D1E73-4E4C-7453-F92F-65CB622F89EC}"/>
              </a:ext>
            </a:extLst>
          </p:cNvPr>
          <p:cNvSpPr>
            <a:spLocks/>
          </p:cNvSpPr>
          <p:nvPr/>
        </p:nvSpPr>
        <p:spPr>
          <a:xfrm>
            <a:off x="3933952" y="5058941"/>
            <a:ext cx="1518369" cy="882941"/>
          </a:xfrm>
          <a:prstGeom prst="roundRect">
            <a:avLst>
              <a:gd name="adj" fmla="val 5101"/>
            </a:avLst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75" name="Picture 7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A763DA4-1654-2A5E-25E2-EA0ED0B79F6D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5386" y="5340391"/>
            <a:ext cx="320040" cy="32004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1420974B-A7DF-44BA-C8B6-F20FED0B3130}"/>
              </a:ext>
            </a:extLst>
          </p:cNvPr>
          <p:cNvSpPr txBox="1">
            <a:spLocks/>
          </p:cNvSpPr>
          <p:nvPr/>
        </p:nvSpPr>
        <p:spPr>
          <a:xfrm>
            <a:off x="4290508" y="5331134"/>
            <a:ext cx="1187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Vibration</a:t>
            </a:r>
          </a:p>
        </p:txBody>
      </p:sp>
      <p:sp>
        <p:nvSpPr>
          <p:cNvPr id="102" name="Rounded Rectangle 146">
            <a:extLst>
              <a:ext uri="{FF2B5EF4-FFF2-40B4-BE49-F238E27FC236}">
                <a16:creationId xmlns:a16="http://schemas.microsoft.com/office/drawing/2014/main" id="{51538F83-B81C-5C74-1DCB-E714C7ECC5F1}"/>
              </a:ext>
            </a:extLst>
          </p:cNvPr>
          <p:cNvSpPr>
            <a:spLocks/>
          </p:cNvSpPr>
          <p:nvPr/>
        </p:nvSpPr>
        <p:spPr>
          <a:xfrm>
            <a:off x="5538289" y="5058941"/>
            <a:ext cx="1518369" cy="882941"/>
          </a:xfrm>
          <a:prstGeom prst="roundRect">
            <a:avLst>
              <a:gd name="adj" fmla="val 5101"/>
            </a:avLst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103" name="Rounded Rectangle 146">
            <a:extLst>
              <a:ext uri="{FF2B5EF4-FFF2-40B4-BE49-F238E27FC236}">
                <a16:creationId xmlns:a16="http://schemas.microsoft.com/office/drawing/2014/main" id="{DCFAA41D-3F22-80FA-7545-39F13057EE9A}"/>
              </a:ext>
            </a:extLst>
          </p:cNvPr>
          <p:cNvSpPr>
            <a:spLocks/>
          </p:cNvSpPr>
          <p:nvPr/>
        </p:nvSpPr>
        <p:spPr>
          <a:xfrm>
            <a:off x="7142626" y="5058941"/>
            <a:ext cx="1518369" cy="882941"/>
          </a:xfrm>
          <a:prstGeom prst="roundRect">
            <a:avLst>
              <a:gd name="adj" fmla="val 5101"/>
            </a:avLst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104" name="Rounded Rectangle 146">
            <a:extLst>
              <a:ext uri="{FF2B5EF4-FFF2-40B4-BE49-F238E27FC236}">
                <a16:creationId xmlns:a16="http://schemas.microsoft.com/office/drawing/2014/main" id="{C3CC755F-1355-B754-4120-20065C45556B}"/>
              </a:ext>
            </a:extLst>
          </p:cNvPr>
          <p:cNvSpPr>
            <a:spLocks/>
          </p:cNvSpPr>
          <p:nvPr/>
        </p:nvSpPr>
        <p:spPr>
          <a:xfrm>
            <a:off x="8746963" y="5058941"/>
            <a:ext cx="1518369" cy="882941"/>
          </a:xfrm>
          <a:prstGeom prst="roundRect">
            <a:avLst>
              <a:gd name="adj" fmla="val 5101"/>
            </a:avLst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105" name="Rounded Rectangle 146">
            <a:extLst>
              <a:ext uri="{FF2B5EF4-FFF2-40B4-BE49-F238E27FC236}">
                <a16:creationId xmlns:a16="http://schemas.microsoft.com/office/drawing/2014/main" id="{BE96BE9C-D770-35E2-F6BB-826059EB26D8}"/>
              </a:ext>
            </a:extLst>
          </p:cNvPr>
          <p:cNvSpPr>
            <a:spLocks/>
          </p:cNvSpPr>
          <p:nvPr/>
        </p:nvSpPr>
        <p:spPr>
          <a:xfrm>
            <a:off x="10348310" y="5058941"/>
            <a:ext cx="589284" cy="882941"/>
          </a:xfrm>
          <a:prstGeom prst="roundRect">
            <a:avLst>
              <a:gd name="adj" fmla="val 5101"/>
            </a:avLst>
          </a:prstGeom>
          <a:solidFill>
            <a:srgbClr val="E7E6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107" name="Picture 10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775D6DC-2084-9B92-50AF-DF5FA5BF6BEA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443" y="5340391"/>
            <a:ext cx="320040" cy="320040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975C0CAA-BFCD-397C-0A2A-CDEE3C657FC2}"/>
              </a:ext>
            </a:extLst>
          </p:cNvPr>
          <p:cNvSpPr txBox="1">
            <a:spLocks/>
          </p:cNvSpPr>
          <p:nvPr/>
        </p:nvSpPr>
        <p:spPr>
          <a:xfrm>
            <a:off x="5883715" y="5331134"/>
            <a:ext cx="10908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0" name="Picture 10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675C869-98B3-F1BA-1F6F-7BB49494D00C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611" y="5349535"/>
            <a:ext cx="301752" cy="301752"/>
          </a:xfrm>
          <a:prstGeom prst="rect">
            <a:avLst/>
          </a:prstGeom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C815D9AE-7F7A-75C3-EC93-2856BBFC1A33}"/>
              </a:ext>
            </a:extLst>
          </p:cNvPr>
          <p:cNvSpPr txBox="1">
            <a:spLocks/>
          </p:cNvSpPr>
          <p:nvPr/>
        </p:nvSpPr>
        <p:spPr>
          <a:xfrm>
            <a:off x="9269363" y="5331134"/>
            <a:ext cx="9489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amera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4" name="Picture 11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4EC4161-90BE-258F-96ED-43E58A675BAE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793" y="5348010"/>
            <a:ext cx="304802" cy="304802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D4FB0BEC-20C8-4411-3DA6-DB55AE993513}"/>
              </a:ext>
            </a:extLst>
          </p:cNvPr>
          <p:cNvSpPr txBox="1">
            <a:spLocks/>
          </p:cNvSpPr>
          <p:nvPr/>
        </p:nvSpPr>
        <p:spPr>
          <a:xfrm>
            <a:off x="7451707" y="5208024"/>
            <a:ext cx="1232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&amp;Humidity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2EB1C23-2BDA-5585-8448-02A1EF61D983}"/>
              </a:ext>
            </a:extLst>
          </p:cNvPr>
          <p:cNvSpPr txBox="1">
            <a:spLocks/>
          </p:cNvSpPr>
          <p:nvPr/>
        </p:nvSpPr>
        <p:spPr>
          <a:xfrm>
            <a:off x="10159785" y="5331134"/>
            <a:ext cx="9489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567742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ounded Rectangle 146">
            <a:extLst>
              <a:ext uri="{FF2B5EF4-FFF2-40B4-BE49-F238E27FC236}">
                <a16:creationId xmlns:a16="http://schemas.microsoft.com/office/drawing/2014/main" id="{F51BAF8D-8422-076A-E7CD-F8D5D1FF3389}"/>
              </a:ext>
            </a:extLst>
          </p:cNvPr>
          <p:cNvSpPr>
            <a:spLocks/>
          </p:cNvSpPr>
          <p:nvPr/>
        </p:nvSpPr>
        <p:spPr>
          <a:xfrm>
            <a:off x="6174021" y="3808343"/>
            <a:ext cx="4067259" cy="1330848"/>
          </a:xfrm>
          <a:prstGeom prst="roundRect">
            <a:avLst>
              <a:gd name="adj" fmla="val 0"/>
            </a:avLst>
          </a:prstGeom>
          <a:solidFill>
            <a:srgbClr val="DAE3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000" dirty="0">
              <a:solidFill>
                <a:schemeClr val="accent1">
                  <a:lumMod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52" name="Picture 51" descr="A cloud with a wifi symbol&#10;&#10;Description automatically generated">
            <a:extLst>
              <a:ext uri="{FF2B5EF4-FFF2-40B4-BE49-F238E27FC236}">
                <a16:creationId xmlns:a16="http://schemas.microsoft.com/office/drawing/2014/main" id="{D666AAAB-AEDA-36E7-8A3E-369FF397A6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384" y="3997328"/>
            <a:ext cx="961497" cy="961497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833BF640-5EBE-C63E-BB95-7DF7DE697C51}"/>
              </a:ext>
            </a:extLst>
          </p:cNvPr>
          <p:cNvSpPr txBox="1">
            <a:spLocks/>
          </p:cNvSpPr>
          <p:nvPr/>
        </p:nvSpPr>
        <p:spPr>
          <a:xfrm>
            <a:off x="7411110" y="4278021"/>
            <a:ext cx="25357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sp>
        <p:nvSpPr>
          <p:cNvPr id="84" name="Rounded Rectangle 146">
            <a:extLst>
              <a:ext uri="{FF2B5EF4-FFF2-40B4-BE49-F238E27FC236}">
                <a16:creationId xmlns:a16="http://schemas.microsoft.com/office/drawing/2014/main" id="{F3480A03-A3C5-B50C-1BC7-15978C64CA81}"/>
              </a:ext>
            </a:extLst>
          </p:cNvPr>
          <p:cNvSpPr>
            <a:spLocks/>
          </p:cNvSpPr>
          <p:nvPr/>
        </p:nvSpPr>
        <p:spPr>
          <a:xfrm>
            <a:off x="6174021" y="2363705"/>
            <a:ext cx="4067259" cy="1330848"/>
          </a:xfrm>
          <a:prstGeom prst="roundRect">
            <a:avLst>
              <a:gd name="adj" fmla="val 0"/>
            </a:avLst>
          </a:prstGeom>
          <a:solidFill>
            <a:srgbClr val="DAE3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000" dirty="0">
              <a:solidFill>
                <a:schemeClr val="accent1">
                  <a:lumMod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58" name="Picture 57" descr="A battery and gear icon&#10;&#10;Description automatically generated">
            <a:extLst>
              <a:ext uri="{FF2B5EF4-FFF2-40B4-BE49-F238E27FC236}">
                <a16:creationId xmlns:a16="http://schemas.microsoft.com/office/drawing/2014/main" id="{B264A10F-D7E1-15D9-DD0B-4845BF07CF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383" y="2535926"/>
            <a:ext cx="961499" cy="961499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D71A0017-5451-611E-A446-4CBE6505118C}"/>
              </a:ext>
            </a:extLst>
          </p:cNvPr>
          <p:cNvSpPr txBox="1">
            <a:spLocks/>
          </p:cNvSpPr>
          <p:nvPr/>
        </p:nvSpPr>
        <p:spPr>
          <a:xfrm>
            <a:off x="7650781" y="2715926"/>
            <a:ext cx="20564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SYSTEM</a:t>
            </a:r>
          </a:p>
        </p:txBody>
      </p:sp>
      <p:sp>
        <p:nvSpPr>
          <p:cNvPr id="85" name="Rounded Rectangle 146">
            <a:extLst>
              <a:ext uri="{FF2B5EF4-FFF2-40B4-BE49-F238E27FC236}">
                <a16:creationId xmlns:a16="http://schemas.microsoft.com/office/drawing/2014/main" id="{0698055C-AC87-D3A6-7ECE-DE9B50B5E081}"/>
              </a:ext>
            </a:extLst>
          </p:cNvPr>
          <p:cNvSpPr>
            <a:spLocks/>
          </p:cNvSpPr>
          <p:nvPr/>
        </p:nvSpPr>
        <p:spPr>
          <a:xfrm>
            <a:off x="1984306" y="3812652"/>
            <a:ext cx="4067259" cy="1330848"/>
          </a:xfrm>
          <a:prstGeom prst="roundRect">
            <a:avLst>
              <a:gd name="adj" fmla="val 0"/>
            </a:avLst>
          </a:prstGeom>
          <a:solidFill>
            <a:srgbClr val="DAE3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000" dirty="0">
              <a:solidFill>
                <a:schemeClr val="accent1">
                  <a:lumMod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64" name="Picture 63" descr="A blue and white face with waves&#10;&#10;Description automatically generated">
            <a:extLst>
              <a:ext uri="{FF2B5EF4-FFF2-40B4-BE49-F238E27FC236}">
                <a16:creationId xmlns:a16="http://schemas.microsoft.com/office/drawing/2014/main" id="{F3CB3E62-7129-A83B-06AD-A7503CE0F55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34" y="3997328"/>
            <a:ext cx="961497" cy="961497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1C86A3B3-D20D-C274-B165-B38B7E643D20}"/>
              </a:ext>
            </a:extLst>
          </p:cNvPr>
          <p:cNvSpPr txBox="1">
            <a:spLocks/>
          </p:cNvSpPr>
          <p:nvPr/>
        </p:nvSpPr>
        <p:spPr>
          <a:xfrm>
            <a:off x="3578059" y="4278021"/>
            <a:ext cx="19531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PERCEPTION</a:t>
            </a:r>
          </a:p>
        </p:txBody>
      </p:sp>
      <p:sp>
        <p:nvSpPr>
          <p:cNvPr id="86" name="Rounded Rectangle 146">
            <a:extLst>
              <a:ext uri="{FF2B5EF4-FFF2-40B4-BE49-F238E27FC236}">
                <a16:creationId xmlns:a16="http://schemas.microsoft.com/office/drawing/2014/main" id="{AA907E62-938B-709C-253C-18E20CBE7A18}"/>
              </a:ext>
            </a:extLst>
          </p:cNvPr>
          <p:cNvSpPr>
            <a:spLocks/>
          </p:cNvSpPr>
          <p:nvPr/>
        </p:nvSpPr>
        <p:spPr>
          <a:xfrm>
            <a:off x="1984306" y="902032"/>
            <a:ext cx="4067259" cy="2792521"/>
          </a:xfrm>
          <a:prstGeom prst="roundRect">
            <a:avLst>
              <a:gd name="adj" fmla="val 0"/>
            </a:avLst>
          </a:prstGeom>
          <a:solidFill>
            <a:srgbClr val="DAE3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000" dirty="0">
              <a:solidFill>
                <a:schemeClr val="accent1">
                  <a:lumMod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38" name="Picture 37" descr="A green circuit board with yellow and black colors&#10;&#10;Description automatically generated">
            <a:extLst>
              <a:ext uri="{FF2B5EF4-FFF2-40B4-BE49-F238E27FC236}">
                <a16:creationId xmlns:a16="http://schemas.microsoft.com/office/drawing/2014/main" id="{5A0F2C40-0558-6BCC-14B3-A5692484FD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3657" y="1219118"/>
            <a:ext cx="1808556" cy="1808556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1723ED7-6C91-4560-3D01-3A2C83721120}"/>
              </a:ext>
            </a:extLst>
          </p:cNvPr>
          <p:cNvSpPr txBox="1">
            <a:spLocks/>
          </p:cNvSpPr>
          <p:nvPr/>
        </p:nvSpPr>
        <p:spPr>
          <a:xfrm>
            <a:off x="2749223" y="3110252"/>
            <a:ext cx="2537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CONTROL</a:t>
            </a:r>
          </a:p>
        </p:txBody>
      </p:sp>
      <p:sp>
        <p:nvSpPr>
          <p:cNvPr id="87" name="Rounded Rectangle 146">
            <a:extLst>
              <a:ext uri="{FF2B5EF4-FFF2-40B4-BE49-F238E27FC236}">
                <a16:creationId xmlns:a16="http://schemas.microsoft.com/office/drawing/2014/main" id="{006D6035-9D30-497A-40BA-0B9059A16645}"/>
              </a:ext>
            </a:extLst>
          </p:cNvPr>
          <p:cNvSpPr>
            <a:spLocks/>
          </p:cNvSpPr>
          <p:nvPr/>
        </p:nvSpPr>
        <p:spPr>
          <a:xfrm>
            <a:off x="6174021" y="902032"/>
            <a:ext cx="4067259" cy="1330848"/>
          </a:xfrm>
          <a:prstGeom prst="roundRect">
            <a:avLst>
              <a:gd name="adj" fmla="val 0"/>
            </a:avLst>
          </a:prstGeom>
          <a:solidFill>
            <a:srgbClr val="DAE3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000" dirty="0">
              <a:solidFill>
                <a:schemeClr val="accent1">
                  <a:lumMod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66" name="Picture 65" descr="A hand touching a blue screen&#10;&#10;Description automatically generated">
            <a:extLst>
              <a:ext uri="{FF2B5EF4-FFF2-40B4-BE49-F238E27FC236}">
                <a16:creationId xmlns:a16="http://schemas.microsoft.com/office/drawing/2014/main" id="{FEB9354A-5BC9-9B30-BAB8-70139A57234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383" y="1086707"/>
            <a:ext cx="961499" cy="961499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A8D80462-7494-7322-9712-9CFF961457F6}"/>
              </a:ext>
            </a:extLst>
          </p:cNvPr>
          <p:cNvSpPr txBox="1">
            <a:spLocks/>
          </p:cNvSpPr>
          <p:nvPr/>
        </p:nvSpPr>
        <p:spPr>
          <a:xfrm>
            <a:off x="7591273" y="1360111"/>
            <a:ext cx="2175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INTERACTION</a:t>
            </a:r>
          </a:p>
        </p:txBody>
      </p:sp>
    </p:spTree>
    <p:extLst>
      <p:ext uri="{BB962C8B-B14F-4D97-AF65-F5344CB8AC3E}">
        <p14:creationId xmlns:p14="http://schemas.microsoft.com/office/powerpoint/2010/main" val="2597440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1D39A7-43B5-4C68-52AD-4A8912C2CC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20925" y="1831120"/>
            <a:ext cx="2646709" cy="3044928"/>
          </a:xfrm>
          <a:prstGeom prst="rect">
            <a:avLst/>
          </a:prstGeom>
          <a:solidFill>
            <a:srgbClr val="DAE3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56900D-7122-95B6-979A-ABB541990B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9011" y="639969"/>
            <a:ext cx="9858623" cy="1112631"/>
          </a:xfrm>
          <a:prstGeom prst="rect">
            <a:avLst/>
          </a:prstGeom>
          <a:solidFill>
            <a:srgbClr val="DAE3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A86AF1-A472-5475-4E4B-87479FC1FB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9011" y="4954568"/>
            <a:ext cx="9858623" cy="1112631"/>
          </a:xfrm>
          <a:prstGeom prst="rect">
            <a:avLst/>
          </a:prstGeom>
          <a:solidFill>
            <a:srgbClr val="DAE3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CA9C535-CDD4-7F57-BCF9-5921D066D7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37655" y="1831120"/>
            <a:ext cx="4401335" cy="3044928"/>
          </a:xfrm>
          <a:prstGeom prst="rect">
            <a:avLst/>
          </a:prstGeom>
          <a:solidFill>
            <a:srgbClr val="DAE3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404905F-9018-6B76-A883-2451E6C3B7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9011" y="1831120"/>
            <a:ext cx="2646709" cy="3044928"/>
          </a:xfrm>
          <a:prstGeom prst="rect">
            <a:avLst/>
          </a:prstGeom>
          <a:solidFill>
            <a:srgbClr val="DAE3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2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052BABA-87A3-7120-2D4D-47732A3EA4B1}"/>
              </a:ext>
            </a:extLst>
          </p:cNvPr>
          <p:cNvGrpSpPr>
            <a:grpSpLocks/>
          </p:cNvGrpSpPr>
          <p:nvPr/>
        </p:nvGrpSpPr>
        <p:grpSpPr>
          <a:xfrm>
            <a:off x="1319743" y="752915"/>
            <a:ext cx="2596707" cy="882941"/>
            <a:chOff x="1319743" y="752915"/>
            <a:chExt cx="2596707" cy="882941"/>
          </a:xfrm>
        </p:grpSpPr>
        <p:sp>
          <p:nvSpPr>
            <p:cNvPr id="51" name="Rounded Rectangle 146">
              <a:extLst>
                <a:ext uri="{FF2B5EF4-FFF2-40B4-BE49-F238E27FC236}">
                  <a16:creationId xmlns:a16="http://schemas.microsoft.com/office/drawing/2014/main" id="{F51BAF8D-8422-076A-E7CD-F8D5D1FF3389}"/>
                </a:ext>
              </a:extLst>
            </p:cNvPr>
            <p:cNvSpPr>
              <a:spLocks/>
            </p:cNvSpPr>
            <p:nvPr/>
          </p:nvSpPr>
          <p:spPr>
            <a:xfrm>
              <a:off x="1319743" y="752915"/>
              <a:ext cx="2405936" cy="882941"/>
            </a:xfrm>
            <a:prstGeom prst="roundRect">
              <a:avLst>
                <a:gd name="adj" fmla="val 5101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400" dirty="0">
                <a:solidFill>
                  <a:schemeClr val="tx2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endParaRPr>
            </a:p>
          </p:txBody>
        </p:sp>
        <p:pic>
          <p:nvPicPr>
            <p:cNvPr id="52" name="Picture 51" descr="A cloud with a wifi symbol&#10;&#10;Description automatically generated">
              <a:extLst>
                <a:ext uri="{FF2B5EF4-FFF2-40B4-BE49-F238E27FC236}">
                  <a16:creationId xmlns:a16="http://schemas.microsoft.com/office/drawing/2014/main" id="{D666AAAB-AEDA-36E7-8A3E-369FF397A6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1228" y="867354"/>
              <a:ext cx="637898" cy="637898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33BF640-5EBE-C63E-BB95-7DF7DE697C51}"/>
                </a:ext>
              </a:extLst>
            </p:cNvPr>
            <p:cNvSpPr txBox="1">
              <a:spLocks/>
            </p:cNvSpPr>
            <p:nvPr/>
          </p:nvSpPr>
          <p:spPr>
            <a:xfrm>
              <a:off x="2089698" y="1017026"/>
              <a:ext cx="18267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Communication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A780D59-3303-53D8-4554-01C0C024719D}"/>
              </a:ext>
            </a:extLst>
          </p:cNvPr>
          <p:cNvGrpSpPr/>
          <p:nvPr/>
        </p:nvGrpSpPr>
        <p:grpSpPr>
          <a:xfrm>
            <a:off x="1319743" y="1937522"/>
            <a:ext cx="2405936" cy="882941"/>
            <a:chOff x="1319743" y="1937522"/>
            <a:chExt cx="2405936" cy="882941"/>
          </a:xfrm>
        </p:grpSpPr>
        <p:sp>
          <p:nvSpPr>
            <p:cNvPr id="84" name="Rounded Rectangle 146">
              <a:extLst>
                <a:ext uri="{FF2B5EF4-FFF2-40B4-BE49-F238E27FC236}">
                  <a16:creationId xmlns:a16="http://schemas.microsoft.com/office/drawing/2014/main" id="{F3480A03-A3C5-B50C-1BC7-15978C64CA81}"/>
                </a:ext>
              </a:extLst>
            </p:cNvPr>
            <p:cNvSpPr>
              <a:spLocks/>
            </p:cNvSpPr>
            <p:nvPr/>
          </p:nvSpPr>
          <p:spPr>
            <a:xfrm>
              <a:off x="1319743" y="1937522"/>
              <a:ext cx="2405936" cy="882941"/>
            </a:xfrm>
            <a:prstGeom prst="roundRect">
              <a:avLst>
                <a:gd name="adj" fmla="val 5101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400" dirty="0">
                <a:solidFill>
                  <a:schemeClr val="tx2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endParaRPr>
            </a:p>
          </p:txBody>
        </p:sp>
        <p:pic>
          <p:nvPicPr>
            <p:cNvPr id="58" name="Picture 57" descr="A battery and gear icon&#10;&#10;Description automatically generated">
              <a:extLst>
                <a:ext uri="{FF2B5EF4-FFF2-40B4-BE49-F238E27FC236}">
                  <a16:creationId xmlns:a16="http://schemas.microsoft.com/office/drawing/2014/main" id="{B264A10F-D7E1-15D9-DD0B-4845BF07CF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1799" y="2063315"/>
              <a:ext cx="637899" cy="637899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71A0017-5451-611E-A446-4CBE6505118C}"/>
                </a:ext>
              </a:extLst>
            </p:cNvPr>
            <p:cNvSpPr txBox="1">
              <a:spLocks/>
            </p:cNvSpPr>
            <p:nvPr/>
          </p:nvSpPr>
          <p:spPr>
            <a:xfrm>
              <a:off x="2089698" y="2212987"/>
              <a:ext cx="14278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Power S</a:t>
              </a:r>
              <a:r>
                <a:rPr lang="en-US" altLang="zh-CN" sz="1600" b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ystem</a:t>
              </a:r>
              <a:endParaRPr lang="en-US" sz="1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4EE876D-DFD2-D6D4-6D10-D44048A7428F}"/>
              </a:ext>
            </a:extLst>
          </p:cNvPr>
          <p:cNvGrpSpPr/>
          <p:nvPr/>
        </p:nvGrpSpPr>
        <p:grpSpPr>
          <a:xfrm>
            <a:off x="1315154" y="5067515"/>
            <a:ext cx="2405936" cy="882941"/>
            <a:chOff x="1315154" y="5067515"/>
            <a:chExt cx="2405936" cy="882941"/>
          </a:xfrm>
        </p:grpSpPr>
        <p:sp>
          <p:nvSpPr>
            <p:cNvPr id="85" name="Rounded Rectangle 146">
              <a:extLst>
                <a:ext uri="{FF2B5EF4-FFF2-40B4-BE49-F238E27FC236}">
                  <a16:creationId xmlns:a16="http://schemas.microsoft.com/office/drawing/2014/main" id="{0698055C-AC87-D3A6-7ECE-DE9B50B5E081}"/>
                </a:ext>
              </a:extLst>
            </p:cNvPr>
            <p:cNvSpPr>
              <a:spLocks/>
            </p:cNvSpPr>
            <p:nvPr/>
          </p:nvSpPr>
          <p:spPr>
            <a:xfrm>
              <a:off x="1315154" y="5067515"/>
              <a:ext cx="2405936" cy="882941"/>
            </a:xfrm>
            <a:prstGeom prst="roundRect">
              <a:avLst>
                <a:gd name="adj" fmla="val 5101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400" dirty="0">
                <a:solidFill>
                  <a:schemeClr val="tx2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endParaRPr>
            </a:p>
          </p:txBody>
        </p:sp>
        <p:pic>
          <p:nvPicPr>
            <p:cNvPr id="64" name="Picture 63" descr="A blue and white face with waves&#10;&#10;Description automatically generated">
              <a:extLst>
                <a:ext uri="{FF2B5EF4-FFF2-40B4-BE49-F238E27FC236}">
                  <a16:creationId xmlns:a16="http://schemas.microsoft.com/office/drawing/2014/main" id="{F3CB3E62-7129-A83B-06AD-A7503CE0F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1228" y="5199578"/>
              <a:ext cx="637898" cy="637898"/>
            </a:xfrm>
            <a:prstGeom prst="rect">
              <a:avLst/>
            </a:prstGeom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C86A3B3-D20D-C274-B165-B38B7E643D20}"/>
                </a:ext>
              </a:extLst>
            </p:cNvPr>
            <p:cNvSpPr txBox="1">
              <a:spLocks/>
            </p:cNvSpPr>
            <p:nvPr/>
          </p:nvSpPr>
          <p:spPr>
            <a:xfrm>
              <a:off x="2089698" y="5341606"/>
              <a:ext cx="12958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1600" b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erception</a:t>
              </a:r>
              <a:endParaRPr lang="en-US" sz="1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7E29548-BF7F-D59E-C99A-9C0D3EA26AE9}"/>
              </a:ext>
            </a:extLst>
          </p:cNvPr>
          <p:cNvGrpSpPr/>
          <p:nvPr/>
        </p:nvGrpSpPr>
        <p:grpSpPr>
          <a:xfrm>
            <a:off x="4048388" y="1944067"/>
            <a:ext cx="2405936" cy="882941"/>
            <a:chOff x="4048388" y="1944067"/>
            <a:chExt cx="2405936" cy="882941"/>
          </a:xfrm>
        </p:grpSpPr>
        <p:sp>
          <p:nvSpPr>
            <p:cNvPr id="86" name="Rounded Rectangle 146">
              <a:extLst>
                <a:ext uri="{FF2B5EF4-FFF2-40B4-BE49-F238E27FC236}">
                  <a16:creationId xmlns:a16="http://schemas.microsoft.com/office/drawing/2014/main" id="{AA907E62-938B-709C-253C-18E20CBE7A18}"/>
                </a:ext>
              </a:extLst>
            </p:cNvPr>
            <p:cNvSpPr>
              <a:spLocks/>
            </p:cNvSpPr>
            <p:nvPr/>
          </p:nvSpPr>
          <p:spPr>
            <a:xfrm>
              <a:off x="4048388" y="1944067"/>
              <a:ext cx="2405936" cy="882941"/>
            </a:xfrm>
            <a:prstGeom prst="roundRect">
              <a:avLst>
                <a:gd name="adj" fmla="val 5101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400" dirty="0">
                <a:solidFill>
                  <a:schemeClr val="tx2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endParaRPr>
            </a:p>
          </p:txBody>
        </p:sp>
        <p:pic>
          <p:nvPicPr>
            <p:cNvPr id="38" name="Picture 37" descr="A green circuit board with yellow and black colors&#10;&#10;Description automatically generated">
              <a:extLst>
                <a:ext uri="{FF2B5EF4-FFF2-40B4-BE49-F238E27FC236}">
                  <a16:creationId xmlns:a16="http://schemas.microsoft.com/office/drawing/2014/main" id="{5A0F2C40-0558-6BCC-14B3-A5692484FD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15406" y="2063315"/>
              <a:ext cx="637898" cy="637898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1723ED7-6C91-4560-3D01-3A2C83721120}"/>
                </a:ext>
              </a:extLst>
            </p:cNvPr>
            <p:cNvSpPr txBox="1">
              <a:spLocks/>
            </p:cNvSpPr>
            <p:nvPr/>
          </p:nvSpPr>
          <p:spPr>
            <a:xfrm>
              <a:off x="4853304" y="2212987"/>
              <a:ext cx="14782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1600" b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ain </a:t>
              </a:r>
              <a:r>
                <a:rPr lang="en-US" sz="1600" b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Control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C38EB96-9C7E-82EA-54CD-157C521AD7F0}"/>
              </a:ext>
            </a:extLst>
          </p:cNvPr>
          <p:cNvGrpSpPr/>
          <p:nvPr/>
        </p:nvGrpSpPr>
        <p:grpSpPr>
          <a:xfrm>
            <a:off x="8531658" y="1935624"/>
            <a:ext cx="2405936" cy="882941"/>
            <a:chOff x="8531658" y="1935624"/>
            <a:chExt cx="2405936" cy="882941"/>
          </a:xfrm>
        </p:grpSpPr>
        <p:sp>
          <p:nvSpPr>
            <p:cNvPr id="87" name="Rounded Rectangle 146">
              <a:extLst>
                <a:ext uri="{FF2B5EF4-FFF2-40B4-BE49-F238E27FC236}">
                  <a16:creationId xmlns:a16="http://schemas.microsoft.com/office/drawing/2014/main" id="{006D6035-9D30-497A-40BA-0B9059A16645}"/>
                </a:ext>
              </a:extLst>
            </p:cNvPr>
            <p:cNvSpPr>
              <a:spLocks/>
            </p:cNvSpPr>
            <p:nvPr/>
          </p:nvSpPr>
          <p:spPr>
            <a:xfrm>
              <a:off x="8531658" y="1935624"/>
              <a:ext cx="2405936" cy="882941"/>
            </a:xfrm>
            <a:prstGeom prst="roundRect">
              <a:avLst>
                <a:gd name="adj" fmla="val 5101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400" dirty="0">
                <a:solidFill>
                  <a:schemeClr val="tx2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endParaRPr>
            </a:p>
          </p:txBody>
        </p:sp>
        <p:pic>
          <p:nvPicPr>
            <p:cNvPr id="66" name="Picture 65" descr="A hand touching a blue screen&#10;&#10;Description automatically generated">
              <a:extLst>
                <a:ext uri="{FF2B5EF4-FFF2-40B4-BE49-F238E27FC236}">
                  <a16:creationId xmlns:a16="http://schemas.microsoft.com/office/drawing/2014/main" id="{FEB9354A-5BC9-9B30-BAB8-70139A572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73578" y="2058145"/>
              <a:ext cx="637899" cy="637899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8D80462-7494-7322-9712-9CFF961457F6}"/>
                </a:ext>
              </a:extLst>
            </p:cNvPr>
            <p:cNvSpPr txBox="1">
              <a:spLocks/>
            </p:cNvSpPr>
            <p:nvPr/>
          </p:nvSpPr>
          <p:spPr>
            <a:xfrm>
              <a:off x="9377924" y="2207817"/>
              <a:ext cx="11562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1600" b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nteraction</a:t>
              </a:r>
              <a:endParaRPr lang="en-US" sz="1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Rounded Rectangle 146">
            <a:extLst>
              <a:ext uri="{FF2B5EF4-FFF2-40B4-BE49-F238E27FC236}">
                <a16:creationId xmlns:a16="http://schemas.microsoft.com/office/drawing/2014/main" id="{724960EE-5BA3-89CA-8B1E-27A6F35B7D7D}"/>
              </a:ext>
            </a:extLst>
          </p:cNvPr>
          <p:cNvSpPr>
            <a:spLocks/>
          </p:cNvSpPr>
          <p:nvPr/>
        </p:nvSpPr>
        <p:spPr>
          <a:xfrm>
            <a:off x="7498080" y="744832"/>
            <a:ext cx="3410563" cy="882941"/>
          </a:xfrm>
          <a:prstGeom prst="roundRect">
            <a:avLst>
              <a:gd name="adj" fmla="val 510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400" dirty="0">
              <a:solidFill>
                <a:schemeClr val="tx2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11" name="Rounded Rectangle 146">
            <a:extLst>
              <a:ext uri="{FF2B5EF4-FFF2-40B4-BE49-F238E27FC236}">
                <a16:creationId xmlns:a16="http://schemas.microsoft.com/office/drawing/2014/main" id="{061E3D59-1DA6-3299-7423-DCD32481484B}"/>
              </a:ext>
            </a:extLst>
          </p:cNvPr>
          <p:cNvSpPr>
            <a:spLocks/>
          </p:cNvSpPr>
          <p:nvPr/>
        </p:nvSpPr>
        <p:spPr>
          <a:xfrm>
            <a:off x="3937655" y="744832"/>
            <a:ext cx="3410563" cy="882941"/>
          </a:xfrm>
          <a:prstGeom prst="roundRect">
            <a:avLst>
              <a:gd name="adj" fmla="val 510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400" dirty="0">
              <a:solidFill>
                <a:schemeClr val="tx2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B4F10A-A380-36BC-9321-870954FE87A9}"/>
              </a:ext>
            </a:extLst>
          </p:cNvPr>
          <p:cNvSpPr txBox="1">
            <a:spLocks/>
          </p:cNvSpPr>
          <p:nvPr/>
        </p:nvSpPr>
        <p:spPr>
          <a:xfrm>
            <a:off x="4048388" y="924692"/>
            <a:ext cx="950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ocal </a:t>
            </a:r>
          </a:p>
          <a:p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endParaRPr lang="en-US" sz="1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9B2892-B1B4-AB07-A2C4-9874167E7B5B}"/>
              </a:ext>
            </a:extLst>
          </p:cNvPr>
          <p:cNvSpPr txBox="1">
            <a:spLocks/>
          </p:cNvSpPr>
          <p:nvPr/>
        </p:nvSpPr>
        <p:spPr>
          <a:xfrm>
            <a:off x="7618282" y="924692"/>
            <a:ext cx="11828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</a:p>
          <a:p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Connection</a:t>
            </a:r>
          </a:p>
        </p:txBody>
      </p:sp>
      <p:sp>
        <p:nvSpPr>
          <p:cNvPr id="14" name="Rounded Rectangle 146">
            <a:extLst>
              <a:ext uri="{FF2B5EF4-FFF2-40B4-BE49-F238E27FC236}">
                <a16:creationId xmlns:a16="http://schemas.microsoft.com/office/drawing/2014/main" id="{201A2C67-7AA5-FCF4-2896-76E52E5F3FF3}"/>
              </a:ext>
            </a:extLst>
          </p:cNvPr>
          <p:cNvSpPr>
            <a:spLocks/>
          </p:cNvSpPr>
          <p:nvPr/>
        </p:nvSpPr>
        <p:spPr>
          <a:xfrm>
            <a:off x="1315155" y="2920543"/>
            <a:ext cx="2405936" cy="882941"/>
          </a:xfrm>
          <a:prstGeom prst="roundRect">
            <a:avLst>
              <a:gd name="adj" fmla="val 510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400" dirty="0">
              <a:solidFill>
                <a:schemeClr val="tx2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15" name="Rounded Rectangle 146">
            <a:extLst>
              <a:ext uri="{FF2B5EF4-FFF2-40B4-BE49-F238E27FC236}">
                <a16:creationId xmlns:a16="http://schemas.microsoft.com/office/drawing/2014/main" id="{899C656D-C8FE-E201-59E4-6DA4B563F08A}"/>
              </a:ext>
            </a:extLst>
          </p:cNvPr>
          <p:cNvSpPr>
            <a:spLocks/>
          </p:cNvSpPr>
          <p:nvPr/>
        </p:nvSpPr>
        <p:spPr>
          <a:xfrm>
            <a:off x="1315154" y="3903564"/>
            <a:ext cx="2405936" cy="882941"/>
          </a:xfrm>
          <a:prstGeom prst="roundRect">
            <a:avLst>
              <a:gd name="adj" fmla="val 510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400" dirty="0">
              <a:solidFill>
                <a:schemeClr val="tx2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79BC04-391E-6F0B-E40D-67D9556E50C0}"/>
              </a:ext>
            </a:extLst>
          </p:cNvPr>
          <p:cNvSpPr txBox="1">
            <a:spLocks/>
          </p:cNvSpPr>
          <p:nvPr/>
        </p:nvSpPr>
        <p:spPr>
          <a:xfrm>
            <a:off x="1824870" y="3126225"/>
            <a:ext cx="1690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attery / Power Outlet</a:t>
            </a:r>
            <a:endParaRPr lang="en-US" sz="1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7B11FD-4887-DCF5-1797-CC859BCF3A88}"/>
              </a:ext>
            </a:extLst>
          </p:cNvPr>
          <p:cNvSpPr txBox="1">
            <a:spLocks/>
          </p:cNvSpPr>
          <p:nvPr/>
        </p:nvSpPr>
        <p:spPr>
          <a:xfrm>
            <a:off x="1780258" y="4050708"/>
            <a:ext cx="1964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Management System</a:t>
            </a:r>
          </a:p>
        </p:txBody>
      </p:sp>
      <p:pic>
        <p:nvPicPr>
          <p:cNvPr id="19" name="Picture 1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1255EAC-015B-BBC4-6999-FFDD36F4F4D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0648" y="1026282"/>
            <a:ext cx="320040" cy="320040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39DDDC0-B09D-19E2-703B-4776DCB0118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5349" y="1026282"/>
            <a:ext cx="320040" cy="320040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389E407-6D32-5F30-1EAA-3F01F7B146F3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2369" y="993046"/>
            <a:ext cx="320040" cy="320040"/>
          </a:xfrm>
          <a:prstGeom prst="rect">
            <a:avLst/>
          </a:prstGeom>
        </p:spPr>
      </p:pic>
      <p:pic>
        <p:nvPicPr>
          <p:cNvPr id="30" name="Picture 29" descr="A wifi symbol with a black background&#10;&#10;Description automatically generated">
            <a:extLst>
              <a:ext uri="{FF2B5EF4-FFF2-40B4-BE49-F238E27FC236}">
                <a16:creationId xmlns:a16="http://schemas.microsoft.com/office/drawing/2014/main" id="{509EE7B6-3BD7-2154-8DD1-7662F7B57DE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3578" y="981072"/>
            <a:ext cx="320040" cy="32004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F1C099-9048-ADA9-1136-4C754047B8D5}"/>
              </a:ext>
            </a:extLst>
          </p:cNvPr>
          <p:cNvSpPr txBox="1">
            <a:spLocks/>
          </p:cNvSpPr>
          <p:nvPr/>
        </p:nvSpPr>
        <p:spPr>
          <a:xfrm>
            <a:off x="5344846" y="1032414"/>
            <a:ext cx="5833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3AC0D0-A375-2635-37C4-595AEEF85279}"/>
              </a:ext>
            </a:extLst>
          </p:cNvPr>
          <p:cNvSpPr txBox="1">
            <a:spLocks/>
          </p:cNvSpPr>
          <p:nvPr/>
        </p:nvSpPr>
        <p:spPr>
          <a:xfrm>
            <a:off x="6360874" y="1032414"/>
            <a:ext cx="859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Zigbee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A1BDD0-9048-BA5A-F066-D4598367F105}"/>
              </a:ext>
            </a:extLst>
          </p:cNvPr>
          <p:cNvSpPr txBox="1">
            <a:spLocks/>
          </p:cNvSpPr>
          <p:nvPr/>
        </p:nvSpPr>
        <p:spPr>
          <a:xfrm>
            <a:off x="8960680" y="1032414"/>
            <a:ext cx="5833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740C35-5251-22C5-D706-8180A2C961E4}"/>
              </a:ext>
            </a:extLst>
          </p:cNvPr>
          <p:cNvSpPr txBox="1">
            <a:spLocks/>
          </p:cNvSpPr>
          <p:nvPr/>
        </p:nvSpPr>
        <p:spPr>
          <a:xfrm>
            <a:off x="9956055" y="1032414"/>
            <a:ext cx="7947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Cellular</a:t>
            </a:r>
          </a:p>
        </p:txBody>
      </p:sp>
      <p:pic>
        <p:nvPicPr>
          <p:cNvPr id="43" name="Picture 4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64E470D-890C-08F0-6C73-3A91ADDCE80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806" y="3227815"/>
            <a:ext cx="320040" cy="320040"/>
          </a:xfrm>
          <a:prstGeom prst="rect">
            <a:avLst/>
          </a:prstGeom>
        </p:spPr>
      </p:pic>
      <p:pic>
        <p:nvPicPr>
          <p:cNvPr id="47" name="Picture 4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558C332-18B7-9D83-FB95-46C2964D4E9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806" y="4152298"/>
            <a:ext cx="320040" cy="320040"/>
          </a:xfrm>
          <a:prstGeom prst="rect">
            <a:avLst/>
          </a:prstGeom>
        </p:spPr>
      </p:pic>
      <p:sp>
        <p:nvSpPr>
          <p:cNvPr id="48" name="Rounded Rectangle 146">
            <a:extLst>
              <a:ext uri="{FF2B5EF4-FFF2-40B4-BE49-F238E27FC236}">
                <a16:creationId xmlns:a16="http://schemas.microsoft.com/office/drawing/2014/main" id="{F0852935-B7B7-D925-D91C-3B94C10EE2CF}"/>
              </a:ext>
            </a:extLst>
          </p:cNvPr>
          <p:cNvSpPr>
            <a:spLocks/>
          </p:cNvSpPr>
          <p:nvPr/>
        </p:nvSpPr>
        <p:spPr>
          <a:xfrm>
            <a:off x="4048388" y="2932033"/>
            <a:ext cx="2405936" cy="882941"/>
          </a:xfrm>
          <a:prstGeom prst="roundRect">
            <a:avLst>
              <a:gd name="adj" fmla="val 510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400" dirty="0">
              <a:solidFill>
                <a:schemeClr val="tx2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54" name="Picture 5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2483C8B-5453-DF91-9FD3-31FA75FA6D7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458" y="3227815"/>
            <a:ext cx="320040" cy="32004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0F528409-47D6-AF5F-59C9-582BCEBA3E22}"/>
              </a:ext>
            </a:extLst>
          </p:cNvPr>
          <p:cNvSpPr txBox="1">
            <a:spLocks/>
          </p:cNvSpPr>
          <p:nvPr/>
        </p:nvSpPr>
        <p:spPr>
          <a:xfrm>
            <a:off x="4642914" y="3126225"/>
            <a:ext cx="1690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 Controller</a:t>
            </a:r>
          </a:p>
          <a:p>
            <a:pPr algn="ctr"/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</a:p>
        </p:txBody>
      </p:sp>
      <p:sp>
        <p:nvSpPr>
          <p:cNvPr id="57" name="Rounded Rectangle 146">
            <a:extLst>
              <a:ext uri="{FF2B5EF4-FFF2-40B4-BE49-F238E27FC236}">
                <a16:creationId xmlns:a16="http://schemas.microsoft.com/office/drawing/2014/main" id="{DD513B1A-2495-C436-DE33-1AA51278EE98}"/>
              </a:ext>
            </a:extLst>
          </p:cNvPr>
          <p:cNvSpPr>
            <a:spLocks/>
          </p:cNvSpPr>
          <p:nvPr/>
        </p:nvSpPr>
        <p:spPr>
          <a:xfrm>
            <a:off x="4048388" y="3903564"/>
            <a:ext cx="2405936" cy="882941"/>
          </a:xfrm>
          <a:prstGeom prst="roundRect">
            <a:avLst>
              <a:gd name="adj" fmla="val 510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400" dirty="0">
              <a:solidFill>
                <a:schemeClr val="tx2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71" name="Rounded Rectangle 146">
            <a:extLst>
              <a:ext uri="{FF2B5EF4-FFF2-40B4-BE49-F238E27FC236}">
                <a16:creationId xmlns:a16="http://schemas.microsoft.com/office/drawing/2014/main" id="{94C72406-D954-B071-44A8-1893A10FA1F5}"/>
              </a:ext>
            </a:extLst>
          </p:cNvPr>
          <p:cNvSpPr>
            <a:spLocks/>
          </p:cNvSpPr>
          <p:nvPr/>
        </p:nvSpPr>
        <p:spPr>
          <a:xfrm>
            <a:off x="6546722" y="1944067"/>
            <a:ext cx="1672163" cy="882941"/>
          </a:xfrm>
          <a:prstGeom prst="roundRect">
            <a:avLst>
              <a:gd name="adj" fmla="val 510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400" dirty="0">
              <a:solidFill>
                <a:schemeClr val="tx2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73" name="Picture 7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5E42151-BB8F-BE86-5EA5-3032859E061F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597" y="2226218"/>
            <a:ext cx="301752" cy="301752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ADB94072-E15D-0167-1E03-9B1CA6379D26}"/>
              </a:ext>
            </a:extLst>
          </p:cNvPr>
          <p:cNvSpPr txBox="1">
            <a:spLocks/>
          </p:cNvSpPr>
          <p:nvPr/>
        </p:nvSpPr>
        <p:spPr>
          <a:xfrm>
            <a:off x="6924604" y="2223206"/>
            <a:ext cx="12942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Timer/ RTC</a:t>
            </a:r>
            <a:endParaRPr lang="en-US" sz="1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Rounded Rectangle 146">
            <a:extLst>
              <a:ext uri="{FF2B5EF4-FFF2-40B4-BE49-F238E27FC236}">
                <a16:creationId xmlns:a16="http://schemas.microsoft.com/office/drawing/2014/main" id="{828D9B10-4D7D-E063-C343-308DC13D5F95}"/>
              </a:ext>
            </a:extLst>
          </p:cNvPr>
          <p:cNvSpPr>
            <a:spLocks/>
          </p:cNvSpPr>
          <p:nvPr/>
        </p:nvSpPr>
        <p:spPr>
          <a:xfrm>
            <a:off x="6546722" y="2927553"/>
            <a:ext cx="1672163" cy="882941"/>
          </a:xfrm>
          <a:prstGeom prst="roundRect">
            <a:avLst>
              <a:gd name="adj" fmla="val 510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400" dirty="0">
              <a:solidFill>
                <a:schemeClr val="tx2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CEED235-9DDE-935C-16A7-CA2B5296A8EE}"/>
              </a:ext>
            </a:extLst>
          </p:cNvPr>
          <p:cNvSpPr txBox="1">
            <a:spLocks/>
          </p:cNvSpPr>
          <p:nvPr/>
        </p:nvSpPr>
        <p:spPr>
          <a:xfrm>
            <a:off x="6946085" y="3233947"/>
            <a:ext cx="1307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RAM/ROM</a:t>
            </a:r>
            <a:endParaRPr lang="en-US" sz="1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0" name="Picture 6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21225E8-55D5-F468-FAC3-6634D0B92DAF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453" y="3227815"/>
            <a:ext cx="320040" cy="320040"/>
          </a:xfrm>
          <a:prstGeom prst="rect">
            <a:avLst/>
          </a:prstGeom>
        </p:spPr>
      </p:pic>
      <p:pic>
        <p:nvPicPr>
          <p:cNvPr id="92" name="Picture 9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90A91BD-D8EB-15BB-F746-6735FC881B35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0508" y="4152298"/>
            <a:ext cx="320040" cy="320040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A8271E24-9540-31DD-2C80-0EE8E87E8980}"/>
              </a:ext>
            </a:extLst>
          </p:cNvPr>
          <p:cNvSpPr txBox="1">
            <a:spLocks/>
          </p:cNvSpPr>
          <p:nvPr/>
        </p:nvSpPr>
        <p:spPr>
          <a:xfrm>
            <a:off x="4642914" y="4050708"/>
            <a:ext cx="1690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SPI/I2C/UART/ADC/DAC/…</a:t>
            </a:r>
            <a:endParaRPr lang="en-US" sz="1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Rounded Rectangle 146">
            <a:extLst>
              <a:ext uri="{FF2B5EF4-FFF2-40B4-BE49-F238E27FC236}">
                <a16:creationId xmlns:a16="http://schemas.microsoft.com/office/drawing/2014/main" id="{32C766EC-6222-6CB0-4989-D08B55E3EB16}"/>
              </a:ext>
            </a:extLst>
          </p:cNvPr>
          <p:cNvSpPr>
            <a:spLocks/>
          </p:cNvSpPr>
          <p:nvPr/>
        </p:nvSpPr>
        <p:spPr>
          <a:xfrm>
            <a:off x="6546722" y="3903563"/>
            <a:ext cx="1672163" cy="882941"/>
          </a:xfrm>
          <a:prstGeom prst="roundRect">
            <a:avLst>
              <a:gd name="adj" fmla="val 510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400" dirty="0">
              <a:solidFill>
                <a:schemeClr val="tx2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97" name="Picture 9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108871F-7613-9B3E-537F-B34E2656CF5E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453" y="4152298"/>
            <a:ext cx="320040" cy="320040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301D8A56-023C-98F0-71CF-7FDC6C445651}"/>
              </a:ext>
            </a:extLst>
          </p:cNvPr>
          <p:cNvSpPr txBox="1">
            <a:spLocks/>
          </p:cNvSpPr>
          <p:nvPr/>
        </p:nvSpPr>
        <p:spPr>
          <a:xfrm>
            <a:off x="6897093" y="4050708"/>
            <a:ext cx="1355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Volume Storage</a:t>
            </a:r>
            <a:endParaRPr lang="en-US" sz="1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Rounded Rectangle 146">
            <a:extLst>
              <a:ext uri="{FF2B5EF4-FFF2-40B4-BE49-F238E27FC236}">
                <a16:creationId xmlns:a16="http://schemas.microsoft.com/office/drawing/2014/main" id="{0502BE8B-C272-518F-ECA8-202555D65738}"/>
              </a:ext>
            </a:extLst>
          </p:cNvPr>
          <p:cNvSpPr>
            <a:spLocks/>
          </p:cNvSpPr>
          <p:nvPr/>
        </p:nvSpPr>
        <p:spPr>
          <a:xfrm>
            <a:off x="8531658" y="2938356"/>
            <a:ext cx="2405936" cy="882941"/>
          </a:xfrm>
          <a:prstGeom prst="roundRect">
            <a:avLst>
              <a:gd name="adj" fmla="val 510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400" dirty="0">
              <a:solidFill>
                <a:schemeClr val="tx2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20" name="Picture 1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12F720A-4EF6-0A88-B646-0EB4267A8B1B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985" y="3227815"/>
            <a:ext cx="320040" cy="320040"/>
          </a:xfrm>
          <a:prstGeom prst="rect">
            <a:avLst/>
          </a:prstGeom>
        </p:spPr>
      </p:pic>
      <p:sp>
        <p:nvSpPr>
          <p:cNvPr id="21" name="Rounded Rectangle 146">
            <a:extLst>
              <a:ext uri="{FF2B5EF4-FFF2-40B4-BE49-F238E27FC236}">
                <a16:creationId xmlns:a16="http://schemas.microsoft.com/office/drawing/2014/main" id="{06548EE8-E084-A764-3F60-E69DF088CD0B}"/>
              </a:ext>
            </a:extLst>
          </p:cNvPr>
          <p:cNvSpPr>
            <a:spLocks/>
          </p:cNvSpPr>
          <p:nvPr/>
        </p:nvSpPr>
        <p:spPr>
          <a:xfrm>
            <a:off x="8541311" y="3899817"/>
            <a:ext cx="2405936" cy="882941"/>
          </a:xfrm>
          <a:prstGeom prst="roundRect">
            <a:avLst>
              <a:gd name="adj" fmla="val 510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400" dirty="0">
              <a:solidFill>
                <a:schemeClr val="tx2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4C520D6-5069-282D-3DED-18CCCAF3C033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985" y="4152298"/>
            <a:ext cx="320040" cy="32004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1161F92-332F-781C-D72E-1BB5AA01EA32}"/>
              </a:ext>
            </a:extLst>
          </p:cNvPr>
          <p:cNvSpPr txBox="1">
            <a:spLocks/>
          </p:cNvSpPr>
          <p:nvPr/>
        </p:nvSpPr>
        <p:spPr>
          <a:xfrm>
            <a:off x="9302553" y="3126225"/>
            <a:ext cx="130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 Input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D1C8F4-22DD-F99F-50A1-14A3DBCA3474}"/>
              </a:ext>
            </a:extLst>
          </p:cNvPr>
          <p:cNvSpPr txBox="1">
            <a:spLocks/>
          </p:cNvSpPr>
          <p:nvPr/>
        </p:nvSpPr>
        <p:spPr>
          <a:xfrm>
            <a:off x="9348907" y="4050708"/>
            <a:ext cx="1307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 Monitoring</a:t>
            </a:r>
          </a:p>
        </p:txBody>
      </p:sp>
      <p:sp>
        <p:nvSpPr>
          <p:cNvPr id="37" name="Rounded Rectangle 146">
            <a:extLst>
              <a:ext uri="{FF2B5EF4-FFF2-40B4-BE49-F238E27FC236}">
                <a16:creationId xmlns:a16="http://schemas.microsoft.com/office/drawing/2014/main" id="{066D1E73-4E4C-7453-F92F-65CB622F89EC}"/>
              </a:ext>
            </a:extLst>
          </p:cNvPr>
          <p:cNvSpPr>
            <a:spLocks/>
          </p:cNvSpPr>
          <p:nvPr/>
        </p:nvSpPr>
        <p:spPr>
          <a:xfrm>
            <a:off x="3933952" y="5058941"/>
            <a:ext cx="1518369" cy="882941"/>
          </a:xfrm>
          <a:prstGeom prst="roundRect">
            <a:avLst>
              <a:gd name="adj" fmla="val 510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400" dirty="0">
              <a:solidFill>
                <a:schemeClr val="tx2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75" name="Picture 7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A763DA4-1654-2A5E-25E2-EA0ED0B79F6D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5386" y="5340391"/>
            <a:ext cx="320040" cy="32004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1420974B-A7DF-44BA-C8B6-F20FED0B3130}"/>
              </a:ext>
            </a:extLst>
          </p:cNvPr>
          <p:cNvSpPr txBox="1">
            <a:spLocks/>
          </p:cNvSpPr>
          <p:nvPr/>
        </p:nvSpPr>
        <p:spPr>
          <a:xfrm>
            <a:off x="4290508" y="5331134"/>
            <a:ext cx="1187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Vibration</a:t>
            </a:r>
          </a:p>
        </p:txBody>
      </p:sp>
      <p:sp>
        <p:nvSpPr>
          <p:cNvPr id="102" name="Rounded Rectangle 146">
            <a:extLst>
              <a:ext uri="{FF2B5EF4-FFF2-40B4-BE49-F238E27FC236}">
                <a16:creationId xmlns:a16="http://schemas.microsoft.com/office/drawing/2014/main" id="{51538F83-B81C-5C74-1DCB-E714C7ECC5F1}"/>
              </a:ext>
            </a:extLst>
          </p:cNvPr>
          <p:cNvSpPr>
            <a:spLocks/>
          </p:cNvSpPr>
          <p:nvPr/>
        </p:nvSpPr>
        <p:spPr>
          <a:xfrm>
            <a:off x="5538289" y="5058941"/>
            <a:ext cx="1518369" cy="882941"/>
          </a:xfrm>
          <a:prstGeom prst="roundRect">
            <a:avLst>
              <a:gd name="adj" fmla="val 510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400" dirty="0">
              <a:solidFill>
                <a:schemeClr val="tx2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103" name="Rounded Rectangle 146">
            <a:extLst>
              <a:ext uri="{FF2B5EF4-FFF2-40B4-BE49-F238E27FC236}">
                <a16:creationId xmlns:a16="http://schemas.microsoft.com/office/drawing/2014/main" id="{DCFAA41D-3F22-80FA-7545-39F13057EE9A}"/>
              </a:ext>
            </a:extLst>
          </p:cNvPr>
          <p:cNvSpPr>
            <a:spLocks/>
          </p:cNvSpPr>
          <p:nvPr/>
        </p:nvSpPr>
        <p:spPr>
          <a:xfrm>
            <a:off x="7142626" y="5058941"/>
            <a:ext cx="1518369" cy="882941"/>
          </a:xfrm>
          <a:prstGeom prst="roundRect">
            <a:avLst>
              <a:gd name="adj" fmla="val 510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400" dirty="0">
              <a:solidFill>
                <a:schemeClr val="tx2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104" name="Rounded Rectangle 146">
            <a:extLst>
              <a:ext uri="{FF2B5EF4-FFF2-40B4-BE49-F238E27FC236}">
                <a16:creationId xmlns:a16="http://schemas.microsoft.com/office/drawing/2014/main" id="{C3CC755F-1355-B754-4120-20065C45556B}"/>
              </a:ext>
            </a:extLst>
          </p:cNvPr>
          <p:cNvSpPr>
            <a:spLocks/>
          </p:cNvSpPr>
          <p:nvPr/>
        </p:nvSpPr>
        <p:spPr>
          <a:xfrm>
            <a:off x="8746963" y="5058941"/>
            <a:ext cx="1518369" cy="882941"/>
          </a:xfrm>
          <a:prstGeom prst="roundRect">
            <a:avLst>
              <a:gd name="adj" fmla="val 510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400" dirty="0">
              <a:solidFill>
                <a:schemeClr val="tx2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105" name="Rounded Rectangle 146">
            <a:extLst>
              <a:ext uri="{FF2B5EF4-FFF2-40B4-BE49-F238E27FC236}">
                <a16:creationId xmlns:a16="http://schemas.microsoft.com/office/drawing/2014/main" id="{BE96BE9C-D770-35E2-F6BB-826059EB26D8}"/>
              </a:ext>
            </a:extLst>
          </p:cNvPr>
          <p:cNvSpPr>
            <a:spLocks/>
          </p:cNvSpPr>
          <p:nvPr/>
        </p:nvSpPr>
        <p:spPr>
          <a:xfrm>
            <a:off x="10348310" y="5058941"/>
            <a:ext cx="589284" cy="882941"/>
          </a:xfrm>
          <a:prstGeom prst="roundRect">
            <a:avLst>
              <a:gd name="adj" fmla="val 510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400" dirty="0">
              <a:solidFill>
                <a:schemeClr val="tx2"/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107" name="Picture 10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775D6DC-2084-9B92-50AF-DF5FA5BF6BEA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443" y="5340391"/>
            <a:ext cx="320040" cy="320040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975C0CAA-BFCD-397C-0A2A-CDEE3C657FC2}"/>
              </a:ext>
            </a:extLst>
          </p:cNvPr>
          <p:cNvSpPr txBox="1">
            <a:spLocks/>
          </p:cNvSpPr>
          <p:nvPr/>
        </p:nvSpPr>
        <p:spPr>
          <a:xfrm>
            <a:off x="5883715" y="5331134"/>
            <a:ext cx="1090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endParaRPr lang="en-US" sz="1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0" name="Picture 10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675C869-98B3-F1BA-1F6F-7BB49494D00C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611" y="5349535"/>
            <a:ext cx="301752" cy="301752"/>
          </a:xfrm>
          <a:prstGeom prst="rect">
            <a:avLst/>
          </a:prstGeom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C815D9AE-7F7A-75C3-EC93-2856BBFC1A33}"/>
              </a:ext>
            </a:extLst>
          </p:cNvPr>
          <p:cNvSpPr txBox="1">
            <a:spLocks/>
          </p:cNvSpPr>
          <p:nvPr/>
        </p:nvSpPr>
        <p:spPr>
          <a:xfrm>
            <a:off x="9269363" y="5331134"/>
            <a:ext cx="948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amera</a:t>
            </a:r>
            <a:endParaRPr lang="en-US" sz="1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4" name="Picture 11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4EC4161-90BE-258F-96ED-43E58A675BAE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793" y="5348010"/>
            <a:ext cx="304802" cy="304802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D4FB0BEC-20C8-4411-3DA6-DB55AE993513}"/>
              </a:ext>
            </a:extLst>
          </p:cNvPr>
          <p:cNvSpPr txBox="1">
            <a:spLocks/>
          </p:cNvSpPr>
          <p:nvPr/>
        </p:nvSpPr>
        <p:spPr>
          <a:xfrm>
            <a:off x="7451707" y="5208024"/>
            <a:ext cx="1232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 &amp;Humidity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2EB1C23-2BDA-5585-8448-02A1EF61D983}"/>
              </a:ext>
            </a:extLst>
          </p:cNvPr>
          <p:cNvSpPr txBox="1">
            <a:spLocks/>
          </p:cNvSpPr>
          <p:nvPr/>
        </p:nvSpPr>
        <p:spPr>
          <a:xfrm>
            <a:off x="10159785" y="5331134"/>
            <a:ext cx="948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580100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D87423D0-514C-65DC-5EFE-F8A85F245EDB}"/>
              </a:ext>
            </a:extLst>
          </p:cNvPr>
          <p:cNvGrpSpPr/>
          <p:nvPr/>
        </p:nvGrpSpPr>
        <p:grpSpPr>
          <a:xfrm>
            <a:off x="3343274" y="5225042"/>
            <a:ext cx="5505452" cy="904783"/>
            <a:chOff x="2019298" y="5537462"/>
            <a:chExt cx="5505452" cy="904783"/>
          </a:xfrm>
        </p:grpSpPr>
        <p:sp>
          <p:nvSpPr>
            <p:cNvPr id="21" name="Rounded Rectangle 146">
              <a:extLst>
                <a:ext uri="{FF2B5EF4-FFF2-40B4-BE49-F238E27FC236}">
                  <a16:creationId xmlns:a16="http://schemas.microsoft.com/office/drawing/2014/main" id="{2E367BE2-71A7-9153-4F7C-15B9FFB29162}"/>
                </a:ext>
              </a:extLst>
            </p:cNvPr>
            <p:cNvSpPr>
              <a:spLocks/>
            </p:cNvSpPr>
            <p:nvPr/>
          </p:nvSpPr>
          <p:spPr>
            <a:xfrm>
              <a:off x="2019300" y="5537462"/>
              <a:ext cx="5505450" cy="904783"/>
            </a:xfrm>
            <a:prstGeom prst="roundRect">
              <a:avLst>
                <a:gd name="adj" fmla="val 0"/>
              </a:avLst>
            </a:prstGeom>
            <a:solidFill>
              <a:srgbClr val="DAE3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000" dirty="0">
                <a:solidFill>
                  <a:schemeClr val="accent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EFBBF2D8-A8F5-4496-32D1-CF9712CBAB08}"/>
                </a:ext>
              </a:extLst>
            </p:cNvPr>
            <p:cNvGrpSpPr/>
            <p:nvPr/>
          </p:nvGrpSpPr>
          <p:grpSpPr>
            <a:xfrm>
              <a:off x="2119842" y="5853892"/>
              <a:ext cx="5304367" cy="506020"/>
              <a:chOff x="390445" y="6004516"/>
              <a:chExt cx="5304367" cy="506020"/>
            </a:xfrm>
          </p:grpSpPr>
          <p:sp>
            <p:nvSpPr>
              <p:cNvPr id="22" name="Rounded Rectangle 146">
                <a:extLst>
                  <a:ext uri="{FF2B5EF4-FFF2-40B4-BE49-F238E27FC236}">
                    <a16:creationId xmlns:a16="http://schemas.microsoft.com/office/drawing/2014/main" id="{91D1635C-375C-B23E-C843-D5698FD3613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90445" y="6004516"/>
                <a:ext cx="942305" cy="506020"/>
              </a:xfrm>
              <a:prstGeom prst="roundRect">
                <a:avLst>
                  <a:gd name="adj" fmla="val 6849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Main </a:t>
                </a:r>
              </a:p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Control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Rounded Rectangle 146">
                <a:extLst>
                  <a:ext uri="{FF2B5EF4-FFF2-40B4-BE49-F238E27FC236}">
                    <a16:creationId xmlns:a16="http://schemas.microsoft.com/office/drawing/2014/main" id="{89173DA7-B4E0-A1FE-AB14-C0049FECC15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18396" y="6004516"/>
                <a:ext cx="4276416" cy="506020"/>
              </a:xfrm>
              <a:prstGeom prst="roundRect">
                <a:avLst>
                  <a:gd name="adj" fmla="val 7790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CN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eripheral Components</a:t>
                </a:r>
              </a:p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Sensing /  Communication / Interaction / Power Supply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1BFF435-D2D0-B8F8-743C-45F5AEC73467}"/>
                </a:ext>
              </a:extLst>
            </p:cNvPr>
            <p:cNvSpPr txBox="1">
              <a:spLocks/>
            </p:cNvSpPr>
            <p:nvPr/>
          </p:nvSpPr>
          <p:spPr>
            <a:xfrm>
              <a:off x="2019298" y="5537463"/>
              <a:ext cx="55054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HARDWARE LAYER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B0BC58D-F2B1-6D04-985F-3DAAFFDD1ED1}"/>
              </a:ext>
            </a:extLst>
          </p:cNvPr>
          <p:cNvGrpSpPr/>
          <p:nvPr/>
        </p:nvGrpSpPr>
        <p:grpSpPr>
          <a:xfrm>
            <a:off x="3343275" y="4258536"/>
            <a:ext cx="5505451" cy="878158"/>
            <a:chOff x="2019299" y="4551596"/>
            <a:chExt cx="5505451" cy="878158"/>
          </a:xfrm>
        </p:grpSpPr>
        <p:sp>
          <p:nvSpPr>
            <p:cNvPr id="12" name="Rounded Rectangle 146">
              <a:extLst>
                <a:ext uri="{FF2B5EF4-FFF2-40B4-BE49-F238E27FC236}">
                  <a16:creationId xmlns:a16="http://schemas.microsoft.com/office/drawing/2014/main" id="{0027B4A4-3FFD-EBC6-383A-B9A63C2A51B7}"/>
                </a:ext>
              </a:extLst>
            </p:cNvPr>
            <p:cNvSpPr>
              <a:spLocks/>
            </p:cNvSpPr>
            <p:nvPr/>
          </p:nvSpPr>
          <p:spPr>
            <a:xfrm>
              <a:off x="2019300" y="4551596"/>
              <a:ext cx="5505450" cy="878158"/>
            </a:xfrm>
            <a:prstGeom prst="roundRect">
              <a:avLst>
                <a:gd name="adj" fmla="val 0"/>
              </a:avLst>
            </a:prstGeom>
            <a:solidFill>
              <a:srgbClr val="DAE3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000" dirty="0">
                <a:solidFill>
                  <a:schemeClr val="accent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endParaRP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DC0D709-8646-586A-07BB-A05D491EC0B9}"/>
                </a:ext>
              </a:extLst>
            </p:cNvPr>
            <p:cNvGrpSpPr/>
            <p:nvPr/>
          </p:nvGrpSpPr>
          <p:grpSpPr>
            <a:xfrm>
              <a:off x="2125973" y="4863700"/>
              <a:ext cx="5292104" cy="485849"/>
              <a:chOff x="390446" y="5291821"/>
              <a:chExt cx="5292104" cy="485849"/>
            </a:xfrm>
          </p:grpSpPr>
          <p:sp>
            <p:nvSpPr>
              <p:cNvPr id="27" name="Rounded Rectangle 146">
                <a:extLst>
                  <a:ext uri="{FF2B5EF4-FFF2-40B4-BE49-F238E27FC236}">
                    <a16:creationId xmlns:a16="http://schemas.microsoft.com/office/drawing/2014/main" id="{5CCA1B80-1A43-E11C-57A2-01B15680923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90446" y="5291821"/>
                <a:ext cx="942304" cy="485849"/>
              </a:xfrm>
              <a:prstGeom prst="roundRect">
                <a:avLst>
                  <a:gd name="adj" fmla="val 8405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Startup Code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Rounded Rectangle 146">
                <a:extLst>
                  <a:ext uri="{FF2B5EF4-FFF2-40B4-BE49-F238E27FC236}">
                    <a16:creationId xmlns:a16="http://schemas.microsoft.com/office/drawing/2014/main" id="{9B2D79BB-29BF-33AF-5AFF-12B407B299E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18396" y="5291821"/>
                <a:ext cx="2095370" cy="485849"/>
              </a:xfrm>
              <a:prstGeom prst="roundRect">
                <a:avLst>
                  <a:gd name="adj" fmla="val 9580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Hardware Abstraction Drivers (R</a:t>
                </a:r>
                <a:r>
                  <a:rPr lang="en-US" altLang="zh-CN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egister-Level</a:t>
                </a:r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)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Rounded Rectangle 146">
                <a:extLst>
                  <a:ext uri="{FF2B5EF4-FFF2-40B4-BE49-F238E27FC236}">
                    <a16:creationId xmlns:a16="http://schemas.microsoft.com/office/drawing/2014/main" id="{DAEB502C-5432-04D9-F8C1-4F3760562D1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587180" y="5291821"/>
                <a:ext cx="2095370" cy="485848"/>
              </a:xfrm>
              <a:prstGeom prst="roundRect">
                <a:avLst>
                  <a:gd name="adj" fmla="val 9215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Board Support Packages </a:t>
                </a:r>
              </a:p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(Board-Level)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AB4EC3A-9304-7C08-1504-6B5C98EA727B}"/>
                </a:ext>
              </a:extLst>
            </p:cNvPr>
            <p:cNvSpPr txBox="1">
              <a:spLocks/>
            </p:cNvSpPr>
            <p:nvPr/>
          </p:nvSpPr>
          <p:spPr>
            <a:xfrm>
              <a:off x="2019299" y="4551597"/>
              <a:ext cx="55054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PLATFORM ABSTRACTION LAYER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DE497F1-5AA6-A1B3-825B-267D2088779D}"/>
              </a:ext>
            </a:extLst>
          </p:cNvPr>
          <p:cNvGrpSpPr/>
          <p:nvPr/>
        </p:nvGrpSpPr>
        <p:grpSpPr>
          <a:xfrm>
            <a:off x="3343275" y="1147581"/>
            <a:ext cx="5505451" cy="3022606"/>
            <a:chOff x="2019299" y="1321604"/>
            <a:chExt cx="5505451" cy="3022606"/>
          </a:xfrm>
        </p:grpSpPr>
        <p:sp>
          <p:nvSpPr>
            <p:cNvPr id="15" name="Rounded Rectangle 146">
              <a:extLst>
                <a:ext uri="{FF2B5EF4-FFF2-40B4-BE49-F238E27FC236}">
                  <a16:creationId xmlns:a16="http://schemas.microsoft.com/office/drawing/2014/main" id="{782E3358-A608-3F1A-E036-F417D8516F9E}"/>
                </a:ext>
              </a:extLst>
            </p:cNvPr>
            <p:cNvSpPr>
              <a:spLocks/>
            </p:cNvSpPr>
            <p:nvPr/>
          </p:nvSpPr>
          <p:spPr>
            <a:xfrm>
              <a:off x="2019300" y="1321604"/>
              <a:ext cx="5505450" cy="3022606"/>
            </a:xfrm>
            <a:prstGeom prst="roundRect">
              <a:avLst>
                <a:gd name="adj" fmla="val 0"/>
              </a:avLst>
            </a:prstGeom>
            <a:solidFill>
              <a:srgbClr val="DAE3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000" dirty="0">
                <a:solidFill>
                  <a:schemeClr val="accent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endParaRPr>
            </a:p>
          </p:txBody>
        </p:sp>
        <p:sp>
          <p:nvSpPr>
            <p:cNvPr id="38" name="Rounded Rectangle 146">
              <a:extLst>
                <a:ext uri="{FF2B5EF4-FFF2-40B4-BE49-F238E27FC236}">
                  <a16:creationId xmlns:a16="http://schemas.microsoft.com/office/drawing/2014/main" id="{9E8305D8-0107-2F6D-C3A4-F785511D356F}"/>
                </a:ext>
              </a:extLst>
            </p:cNvPr>
            <p:cNvSpPr/>
            <p:nvPr/>
          </p:nvSpPr>
          <p:spPr>
            <a:xfrm>
              <a:off x="2125973" y="3991848"/>
              <a:ext cx="5292104" cy="274320"/>
            </a:xfrm>
            <a:prstGeom prst="roundRect">
              <a:avLst>
                <a:gd name="adj" fmla="val 11078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rPr>
                <a:t>Real-time Operating System</a:t>
              </a:r>
              <a:endParaRPr lang="en-CN" sz="1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Microsoft YaHei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B200D20A-4158-C8A5-74ED-6D66C0642D9C}"/>
                </a:ext>
              </a:extLst>
            </p:cNvPr>
            <p:cNvGrpSpPr/>
            <p:nvPr/>
          </p:nvGrpSpPr>
          <p:grpSpPr>
            <a:xfrm>
              <a:off x="2125972" y="3438906"/>
              <a:ext cx="5292106" cy="450739"/>
              <a:chOff x="390444" y="4269460"/>
              <a:chExt cx="5292106" cy="450739"/>
            </a:xfrm>
          </p:grpSpPr>
          <p:sp>
            <p:nvSpPr>
              <p:cNvPr id="50" name="Rounded Rectangle 146">
                <a:extLst>
                  <a:ext uri="{FF2B5EF4-FFF2-40B4-BE49-F238E27FC236}">
                    <a16:creationId xmlns:a16="http://schemas.microsoft.com/office/drawing/2014/main" id="{486299AF-6F62-F933-96E4-A3DFF9022F28}"/>
                  </a:ext>
                </a:extLst>
              </p:cNvPr>
              <p:cNvSpPr/>
              <p:nvPr/>
            </p:nvSpPr>
            <p:spPr>
              <a:xfrm>
                <a:off x="1730589" y="4269461"/>
                <a:ext cx="1271670" cy="450738"/>
              </a:xfrm>
              <a:prstGeom prst="roundRect">
                <a:avLst>
                  <a:gd name="adj" fmla="val 12398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TCP/IP &amp; MQTT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" name="Rounded Rectangle 146">
                <a:extLst>
                  <a:ext uri="{FF2B5EF4-FFF2-40B4-BE49-F238E27FC236}">
                    <a16:creationId xmlns:a16="http://schemas.microsoft.com/office/drawing/2014/main" id="{8ECFEDB9-4B02-BEB2-F3B9-26F8258E423F}"/>
                  </a:ext>
                </a:extLst>
              </p:cNvPr>
              <p:cNvSpPr/>
              <p:nvPr/>
            </p:nvSpPr>
            <p:spPr>
              <a:xfrm>
                <a:off x="390444" y="4269461"/>
                <a:ext cx="1271669" cy="450737"/>
              </a:xfrm>
              <a:prstGeom prst="roundRect">
                <a:avLst>
                  <a:gd name="adj" fmla="val 8172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F</a:t>
                </a:r>
                <a:r>
                  <a:rPr lang="en-US" altLang="zh-CN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ile </a:t>
                </a:r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System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" name="Rounded Rectangle 146">
                <a:extLst>
                  <a:ext uri="{FF2B5EF4-FFF2-40B4-BE49-F238E27FC236}">
                    <a16:creationId xmlns:a16="http://schemas.microsoft.com/office/drawing/2014/main" id="{C89A4C05-D80A-C95D-821C-B099C51370F5}"/>
                  </a:ext>
                </a:extLst>
              </p:cNvPr>
              <p:cNvSpPr/>
              <p:nvPr/>
            </p:nvSpPr>
            <p:spPr>
              <a:xfrm>
                <a:off x="3070735" y="4269461"/>
                <a:ext cx="1271670" cy="450738"/>
              </a:xfrm>
              <a:prstGeom prst="roundRect">
                <a:avLst>
                  <a:gd name="adj" fmla="val 10990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Digital Signal Processing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" name="Rounded Rectangle 146">
                <a:extLst>
                  <a:ext uri="{FF2B5EF4-FFF2-40B4-BE49-F238E27FC236}">
                    <a16:creationId xmlns:a16="http://schemas.microsoft.com/office/drawing/2014/main" id="{4E294FC7-BEE4-A965-63ED-A4A2D41B3411}"/>
                  </a:ext>
                </a:extLst>
              </p:cNvPr>
              <p:cNvSpPr/>
              <p:nvPr/>
            </p:nvSpPr>
            <p:spPr>
              <a:xfrm>
                <a:off x="4410880" y="4269460"/>
                <a:ext cx="1271670" cy="450738"/>
              </a:xfrm>
              <a:prstGeom prst="roundRect">
                <a:avLst>
                  <a:gd name="adj" fmla="val 12046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Edge AI Framework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7285FCE-AD5A-96FB-D6FD-604DD534246F}"/>
                </a:ext>
              </a:extLst>
            </p:cNvPr>
            <p:cNvGrpSpPr/>
            <p:nvPr/>
          </p:nvGrpSpPr>
          <p:grpSpPr>
            <a:xfrm>
              <a:off x="2119841" y="1633707"/>
              <a:ext cx="5304368" cy="1702997"/>
              <a:chOff x="390444" y="2491715"/>
              <a:chExt cx="5304368" cy="1702997"/>
            </a:xfrm>
          </p:grpSpPr>
          <p:sp>
            <p:nvSpPr>
              <p:cNvPr id="5" name="Rounded Rectangle 146">
                <a:extLst>
                  <a:ext uri="{FF2B5EF4-FFF2-40B4-BE49-F238E27FC236}">
                    <a16:creationId xmlns:a16="http://schemas.microsoft.com/office/drawing/2014/main" id="{3598FB8B-44DE-1350-CC60-27BA2201C9FF}"/>
                  </a:ext>
                </a:extLst>
              </p:cNvPr>
              <p:cNvSpPr/>
              <p:nvPr/>
            </p:nvSpPr>
            <p:spPr>
              <a:xfrm>
                <a:off x="390444" y="2491715"/>
                <a:ext cx="5304368" cy="1702997"/>
              </a:xfrm>
              <a:prstGeom prst="roundRect">
                <a:avLst>
                  <a:gd name="adj" fmla="val 1548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781049-BDA2-6ECE-A319-054FC41269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0444" y="2491716"/>
                <a:ext cx="53043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altLang="zh-CN" sz="14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dge Intelligence Library for SHM Applications - </a:t>
                </a:r>
                <a:r>
                  <a:rPr lang="en-US" altLang="zh-CN" sz="1400" b="1" i="1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TinySHM</a:t>
                </a:r>
                <a:endParaRPr lang="en-US" sz="1400" b="1" i="1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Rounded Rectangle 146">
                <a:extLst>
                  <a:ext uri="{FF2B5EF4-FFF2-40B4-BE49-F238E27FC236}">
                    <a16:creationId xmlns:a16="http://schemas.microsoft.com/office/drawing/2014/main" id="{00F76CDF-1EA0-AD68-C60E-B4E6DFA0497E}"/>
                  </a:ext>
                </a:extLst>
              </p:cNvPr>
              <p:cNvSpPr/>
              <p:nvPr/>
            </p:nvSpPr>
            <p:spPr>
              <a:xfrm>
                <a:off x="467349" y="3533421"/>
                <a:ext cx="1761502" cy="274320"/>
              </a:xfrm>
              <a:prstGeom prst="roundRect">
                <a:avLst>
                  <a:gd name="adj" fmla="val 11078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S Math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Rounded Rectangle 146">
                <a:extLst>
                  <a:ext uri="{FF2B5EF4-FFF2-40B4-BE49-F238E27FC236}">
                    <a16:creationId xmlns:a16="http://schemas.microsoft.com/office/drawing/2014/main" id="{9DFAF162-74A5-E02D-E369-1A507110AED0}"/>
                  </a:ext>
                </a:extLst>
              </p:cNvPr>
              <p:cNvSpPr/>
              <p:nvPr/>
            </p:nvSpPr>
            <p:spPr>
              <a:xfrm>
                <a:off x="2303244" y="3533421"/>
                <a:ext cx="1617776" cy="274320"/>
              </a:xfrm>
              <a:prstGeom prst="roundRect">
                <a:avLst>
                  <a:gd name="adj" fmla="val 11078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S DSP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Rounded Rectangle 146">
                <a:extLst>
                  <a:ext uri="{FF2B5EF4-FFF2-40B4-BE49-F238E27FC236}">
                    <a16:creationId xmlns:a16="http://schemas.microsoft.com/office/drawing/2014/main" id="{DBC0E134-144C-B0C9-A4EF-63A2C2CD7438}"/>
                  </a:ext>
                </a:extLst>
              </p:cNvPr>
              <p:cNvSpPr/>
              <p:nvPr/>
            </p:nvSpPr>
            <p:spPr>
              <a:xfrm>
                <a:off x="4410877" y="3842351"/>
                <a:ext cx="1209857" cy="274320"/>
              </a:xfrm>
              <a:prstGeom prst="roundRect">
                <a:avLst>
                  <a:gd name="adj" fmla="val 11078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S Network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Rounded Rectangle 146">
                <a:extLst>
                  <a:ext uri="{FF2B5EF4-FFF2-40B4-BE49-F238E27FC236}">
                    <a16:creationId xmlns:a16="http://schemas.microsoft.com/office/drawing/2014/main" id="{5690CCCF-77F9-D18C-9496-1A42EB579FB0}"/>
                  </a:ext>
                </a:extLst>
              </p:cNvPr>
              <p:cNvSpPr/>
              <p:nvPr/>
            </p:nvSpPr>
            <p:spPr>
              <a:xfrm>
                <a:off x="3995412" y="3533421"/>
                <a:ext cx="1617776" cy="274320"/>
              </a:xfrm>
              <a:prstGeom prst="roundRect">
                <a:avLst>
                  <a:gd name="adj" fmla="val 11078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S AI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Rounded Rectangle 146">
                <a:extLst>
                  <a:ext uri="{FF2B5EF4-FFF2-40B4-BE49-F238E27FC236}">
                    <a16:creationId xmlns:a16="http://schemas.microsoft.com/office/drawing/2014/main" id="{DD820BB9-9F98-3A60-671C-057BF5FD8D7B}"/>
                  </a:ext>
                </a:extLst>
              </p:cNvPr>
              <p:cNvSpPr/>
              <p:nvPr/>
            </p:nvSpPr>
            <p:spPr>
              <a:xfrm>
                <a:off x="467348" y="3190528"/>
                <a:ext cx="2534910" cy="274320"/>
              </a:xfrm>
              <a:prstGeom prst="roundRect">
                <a:avLst>
                  <a:gd name="adj" fmla="val 687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TS</a:t>
                </a:r>
                <a:r>
                  <a:rPr lang="en-US" altLang="zh-CN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 Measurement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Rounded Rectangle 146">
                <a:extLst>
                  <a:ext uri="{FF2B5EF4-FFF2-40B4-BE49-F238E27FC236}">
                    <a16:creationId xmlns:a16="http://schemas.microsoft.com/office/drawing/2014/main" id="{3AF1A015-1E47-A60F-830A-AC4B0B9D8141}"/>
                  </a:ext>
                </a:extLst>
              </p:cNvPr>
              <p:cNvSpPr/>
              <p:nvPr/>
            </p:nvSpPr>
            <p:spPr>
              <a:xfrm>
                <a:off x="3071616" y="3190528"/>
                <a:ext cx="2541572" cy="274320"/>
              </a:xfrm>
              <a:prstGeom prst="roundRect">
                <a:avLst>
                  <a:gd name="adj" fmla="val 6869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S System Identification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Rounded Rectangle 146">
                <a:extLst>
                  <a:ext uri="{FF2B5EF4-FFF2-40B4-BE49-F238E27FC236}">
                    <a16:creationId xmlns:a16="http://schemas.microsoft.com/office/drawing/2014/main" id="{5215CCEC-4E97-518A-9D23-43BDA31A035C}"/>
                  </a:ext>
                </a:extLst>
              </p:cNvPr>
              <p:cNvSpPr/>
              <p:nvPr/>
            </p:nvSpPr>
            <p:spPr>
              <a:xfrm>
                <a:off x="463134" y="2842911"/>
                <a:ext cx="1840110" cy="274320"/>
              </a:xfrm>
              <a:prstGeom prst="roundRect">
                <a:avLst>
                  <a:gd name="adj" fmla="val 6869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S Damage </a:t>
                </a:r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Detection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" name="Rounded Rectangle 146">
                <a:extLst>
                  <a:ext uri="{FF2B5EF4-FFF2-40B4-BE49-F238E27FC236}">
                    <a16:creationId xmlns:a16="http://schemas.microsoft.com/office/drawing/2014/main" id="{76C5A655-9A0D-F0C1-47DA-32BA63F94710}"/>
                  </a:ext>
                </a:extLst>
              </p:cNvPr>
              <p:cNvSpPr/>
              <p:nvPr/>
            </p:nvSpPr>
            <p:spPr>
              <a:xfrm>
                <a:off x="467348" y="3842351"/>
                <a:ext cx="1194766" cy="274320"/>
              </a:xfrm>
              <a:prstGeom prst="roundRect">
                <a:avLst>
                  <a:gd name="adj" fmla="val 11078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S Config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Rounded Rectangle 146">
                <a:extLst>
                  <a:ext uri="{FF2B5EF4-FFF2-40B4-BE49-F238E27FC236}">
                    <a16:creationId xmlns:a16="http://schemas.microsoft.com/office/drawing/2014/main" id="{E6EED6C8-C4E9-754F-E137-1C4D0CA24FE8}"/>
                  </a:ext>
                </a:extLst>
              </p:cNvPr>
              <p:cNvSpPr/>
              <p:nvPr/>
            </p:nvSpPr>
            <p:spPr>
              <a:xfrm>
                <a:off x="1730589" y="3847919"/>
                <a:ext cx="1271669" cy="274320"/>
              </a:xfrm>
              <a:prstGeom prst="roundRect">
                <a:avLst>
                  <a:gd name="adj" fmla="val 11078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S Sense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Rounded Rectangle 146">
                <a:extLst>
                  <a:ext uri="{FF2B5EF4-FFF2-40B4-BE49-F238E27FC236}">
                    <a16:creationId xmlns:a16="http://schemas.microsoft.com/office/drawing/2014/main" id="{62903B16-D5FF-0586-BFCB-34A9E956D142}"/>
                  </a:ext>
                </a:extLst>
              </p:cNvPr>
              <p:cNvSpPr/>
              <p:nvPr/>
            </p:nvSpPr>
            <p:spPr>
              <a:xfrm>
                <a:off x="3070733" y="3845115"/>
                <a:ext cx="1271669" cy="274320"/>
              </a:xfrm>
              <a:prstGeom prst="roundRect">
                <a:avLst>
                  <a:gd name="adj" fmla="val 11078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S File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Rounded Rectangle 146">
                <a:extLst>
                  <a:ext uri="{FF2B5EF4-FFF2-40B4-BE49-F238E27FC236}">
                    <a16:creationId xmlns:a16="http://schemas.microsoft.com/office/drawing/2014/main" id="{5CE57D5A-A57B-9AFB-0620-94F22BB60CD8}"/>
                  </a:ext>
                </a:extLst>
              </p:cNvPr>
              <p:cNvSpPr/>
              <p:nvPr/>
            </p:nvSpPr>
            <p:spPr>
              <a:xfrm>
                <a:off x="2366423" y="2840659"/>
                <a:ext cx="1840110" cy="274320"/>
              </a:xfrm>
              <a:prstGeom prst="roundRect">
                <a:avLst>
                  <a:gd name="adj" fmla="val 6869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S Notification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Rounded Rectangle 146">
                <a:extLst>
                  <a:ext uri="{FF2B5EF4-FFF2-40B4-BE49-F238E27FC236}">
                    <a16:creationId xmlns:a16="http://schemas.microsoft.com/office/drawing/2014/main" id="{7867F994-8F74-D2CF-3135-E1EBE61F2752}"/>
                  </a:ext>
                </a:extLst>
              </p:cNvPr>
              <p:cNvSpPr/>
              <p:nvPr/>
            </p:nvSpPr>
            <p:spPr>
              <a:xfrm>
                <a:off x="4270069" y="2840659"/>
                <a:ext cx="1343119" cy="274320"/>
              </a:xfrm>
              <a:prstGeom prst="roundRect">
                <a:avLst>
                  <a:gd name="adj" fmla="val 6869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…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39CE4F8-64AF-F9C8-1B45-F560A78A642B}"/>
                </a:ext>
              </a:extLst>
            </p:cNvPr>
            <p:cNvSpPr txBox="1">
              <a:spLocks/>
            </p:cNvSpPr>
            <p:nvPr/>
          </p:nvSpPr>
          <p:spPr>
            <a:xfrm>
              <a:off x="2019299" y="1321604"/>
              <a:ext cx="55054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SYSTEM SERVICE LAYER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BB2135E-4D38-3802-F63B-643DDD133E30}"/>
              </a:ext>
            </a:extLst>
          </p:cNvPr>
          <p:cNvGrpSpPr/>
          <p:nvPr/>
        </p:nvGrpSpPr>
        <p:grpSpPr>
          <a:xfrm>
            <a:off x="3343275" y="400309"/>
            <a:ext cx="5505450" cy="658923"/>
            <a:chOff x="2019299" y="494570"/>
            <a:chExt cx="5505450" cy="658923"/>
          </a:xfrm>
        </p:grpSpPr>
        <p:sp>
          <p:nvSpPr>
            <p:cNvPr id="40" name="Rounded Rectangle 146">
              <a:extLst>
                <a:ext uri="{FF2B5EF4-FFF2-40B4-BE49-F238E27FC236}">
                  <a16:creationId xmlns:a16="http://schemas.microsoft.com/office/drawing/2014/main" id="{A00F1830-C49F-6F86-4835-AA659EC647BE}"/>
                </a:ext>
              </a:extLst>
            </p:cNvPr>
            <p:cNvSpPr/>
            <p:nvPr/>
          </p:nvSpPr>
          <p:spPr>
            <a:xfrm>
              <a:off x="2019299" y="494570"/>
              <a:ext cx="5505450" cy="658923"/>
            </a:xfrm>
            <a:prstGeom prst="roundRect">
              <a:avLst>
                <a:gd name="adj" fmla="val 0"/>
              </a:avLst>
            </a:prstGeom>
            <a:solidFill>
              <a:srgbClr val="DAE3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000" dirty="0">
                <a:solidFill>
                  <a:schemeClr val="accent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endParaRPr>
            </a:p>
          </p:txBody>
        </p:sp>
        <p:sp>
          <p:nvSpPr>
            <p:cNvPr id="41" name="Rounded Rectangle 146">
              <a:extLst>
                <a:ext uri="{FF2B5EF4-FFF2-40B4-BE49-F238E27FC236}">
                  <a16:creationId xmlns:a16="http://schemas.microsoft.com/office/drawing/2014/main" id="{C6B64328-BC39-6C27-BBDE-E431D0B83FE7}"/>
                </a:ext>
              </a:extLst>
            </p:cNvPr>
            <p:cNvSpPr/>
            <p:nvPr/>
          </p:nvSpPr>
          <p:spPr>
            <a:xfrm>
              <a:off x="2125973" y="806673"/>
              <a:ext cx="5292104" cy="274320"/>
            </a:xfrm>
            <a:prstGeom prst="roundRect">
              <a:avLst>
                <a:gd name="adj" fmla="val 11078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rPr>
                <a:t>pplication Specific Code</a:t>
              </a:r>
              <a:endParaRPr lang="en-CN" sz="1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Microsoft YaHei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02EF768-3B96-84F1-A4E6-4DA54AA9DE4F}"/>
                </a:ext>
              </a:extLst>
            </p:cNvPr>
            <p:cNvSpPr txBox="1">
              <a:spLocks/>
            </p:cNvSpPr>
            <p:nvPr/>
          </p:nvSpPr>
          <p:spPr>
            <a:xfrm>
              <a:off x="2019299" y="494570"/>
              <a:ext cx="55054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APPLICATION LAYER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778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46">
            <a:extLst>
              <a:ext uri="{FF2B5EF4-FFF2-40B4-BE49-F238E27FC236}">
                <a16:creationId xmlns:a16="http://schemas.microsoft.com/office/drawing/2014/main" id="{9EC2209D-5686-892A-EAD9-A095DE25C191}"/>
              </a:ext>
            </a:extLst>
          </p:cNvPr>
          <p:cNvSpPr>
            <a:spLocks/>
          </p:cNvSpPr>
          <p:nvPr/>
        </p:nvSpPr>
        <p:spPr>
          <a:xfrm>
            <a:off x="304801" y="-1059674"/>
            <a:ext cx="8002550" cy="614846"/>
          </a:xfrm>
          <a:prstGeom prst="roundRect">
            <a:avLst>
              <a:gd name="adj" fmla="val 6849"/>
            </a:avLst>
          </a:prstGeom>
          <a:solidFill>
            <a:srgbClr val="DAE3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000" dirty="0">
              <a:solidFill>
                <a:schemeClr val="accent1">
                  <a:lumMod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7351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ounded Rectangle 146">
            <a:extLst>
              <a:ext uri="{FF2B5EF4-FFF2-40B4-BE49-F238E27FC236}">
                <a16:creationId xmlns:a16="http://schemas.microsoft.com/office/drawing/2014/main" id="{8301B0B6-D90D-3CED-0CC5-CD73C3D43756}"/>
              </a:ext>
            </a:extLst>
          </p:cNvPr>
          <p:cNvSpPr/>
          <p:nvPr/>
        </p:nvSpPr>
        <p:spPr>
          <a:xfrm>
            <a:off x="3718415" y="3164348"/>
            <a:ext cx="2250161" cy="2836401"/>
          </a:xfrm>
          <a:prstGeom prst="roundRect">
            <a:avLst>
              <a:gd name="adj" fmla="val 1804"/>
            </a:avLst>
          </a:prstGeom>
          <a:solidFill>
            <a:srgbClr val="DAE3F5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48" name="Rounded Rectangle 146">
            <a:extLst>
              <a:ext uri="{FF2B5EF4-FFF2-40B4-BE49-F238E27FC236}">
                <a16:creationId xmlns:a16="http://schemas.microsoft.com/office/drawing/2014/main" id="{1A8108E1-8864-505F-31F8-8A859B0427B3}"/>
              </a:ext>
            </a:extLst>
          </p:cNvPr>
          <p:cNvSpPr/>
          <p:nvPr/>
        </p:nvSpPr>
        <p:spPr>
          <a:xfrm>
            <a:off x="8484116" y="872972"/>
            <a:ext cx="2808527" cy="5127778"/>
          </a:xfrm>
          <a:prstGeom prst="roundRect">
            <a:avLst>
              <a:gd name="adj" fmla="val 1804"/>
            </a:avLst>
          </a:prstGeom>
          <a:solidFill>
            <a:srgbClr val="DAE3F5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27" name="Rounded Rectangle 146">
            <a:extLst>
              <a:ext uri="{FF2B5EF4-FFF2-40B4-BE49-F238E27FC236}">
                <a16:creationId xmlns:a16="http://schemas.microsoft.com/office/drawing/2014/main" id="{9B5517D5-2660-3AC0-D3FA-918736EDA0ED}"/>
              </a:ext>
            </a:extLst>
          </p:cNvPr>
          <p:cNvSpPr/>
          <p:nvPr/>
        </p:nvSpPr>
        <p:spPr>
          <a:xfrm>
            <a:off x="3707885" y="872973"/>
            <a:ext cx="4549122" cy="2176938"/>
          </a:xfrm>
          <a:prstGeom prst="roundRect">
            <a:avLst>
              <a:gd name="adj" fmla="val 1804"/>
            </a:avLst>
          </a:prstGeom>
          <a:solidFill>
            <a:srgbClr val="DAE3F5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2" name="Rounded Rectangle 146">
            <a:extLst>
              <a:ext uri="{FF2B5EF4-FFF2-40B4-BE49-F238E27FC236}">
                <a16:creationId xmlns:a16="http://schemas.microsoft.com/office/drawing/2014/main" id="{899C6435-9591-91DB-3B74-70D164213F2C}"/>
              </a:ext>
            </a:extLst>
          </p:cNvPr>
          <p:cNvSpPr/>
          <p:nvPr/>
        </p:nvSpPr>
        <p:spPr>
          <a:xfrm>
            <a:off x="816312" y="872972"/>
            <a:ext cx="2808527" cy="5127778"/>
          </a:xfrm>
          <a:prstGeom prst="roundRect">
            <a:avLst>
              <a:gd name="adj" fmla="val 1804"/>
            </a:avLst>
          </a:prstGeom>
          <a:solidFill>
            <a:srgbClr val="DAE3F5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BBC2FB4-58CE-6074-6175-2DC3E4A92C72}"/>
              </a:ext>
            </a:extLst>
          </p:cNvPr>
          <p:cNvGrpSpPr/>
          <p:nvPr/>
        </p:nvGrpSpPr>
        <p:grpSpPr>
          <a:xfrm>
            <a:off x="970675" y="1029195"/>
            <a:ext cx="1904403" cy="866774"/>
            <a:chOff x="1176751" y="1025373"/>
            <a:chExt cx="1904403" cy="866774"/>
          </a:xfrm>
        </p:grpSpPr>
        <p:sp>
          <p:nvSpPr>
            <p:cNvPr id="32" name="Rounded Rectangle 146">
              <a:extLst>
                <a:ext uri="{FF2B5EF4-FFF2-40B4-BE49-F238E27FC236}">
                  <a16:creationId xmlns:a16="http://schemas.microsoft.com/office/drawing/2014/main" id="{CA2DBBF2-E974-359A-78D2-9328023D2E86}"/>
                </a:ext>
              </a:extLst>
            </p:cNvPr>
            <p:cNvSpPr/>
            <p:nvPr/>
          </p:nvSpPr>
          <p:spPr>
            <a:xfrm>
              <a:off x="1176751" y="1025373"/>
              <a:ext cx="1836731" cy="866774"/>
            </a:xfrm>
            <a:prstGeom prst="roundRect">
              <a:avLst>
                <a:gd name="adj" fmla="val 5101"/>
              </a:avLst>
            </a:prstGeom>
            <a:solidFill>
              <a:schemeClr val="accent1">
                <a:lumMod val="40000"/>
                <a:lumOff val="60000"/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>
                <a:latin typeface="Microsoft YaHei Light" panose="020B0502040204020203" pitchFamily="34" charset="-122"/>
                <a:ea typeface="Microsoft YaHei Light" panose="020B0502040204020203" pitchFamily="34" charset="-122"/>
              </a:endParaRPr>
            </a:p>
          </p:txBody>
        </p:sp>
        <p:pic>
          <p:nvPicPr>
            <p:cNvPr id="3" name="Picture 2" descr="A green circuit board with yellow and black colors&#10;&#10;Description automatically generated">
              <a:extLst>
                <a:ext uri="{FF2B5EF4-FFF2-40B4-BE49-F238E27FC236}">
                  <a16:creationId xmlns:a16="http://schemas.microsoft.com/office/drawing/2014/main" id="{44A5A5F1-C717-39E3-7EF5-6F38F84DC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64869" y="1139811"/>
              <a:ext cx="637898" cy="637898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65AAF03-6523-487D-066B-25F821648F13}"/>
                </a:ext>
              </a:extLst>
            </p:cNvPr>
            <p:cNvSpPr txBox="1"/>
            <p:nvPr/>
          </p:nvSpPr>
          <p:spPr>
            <a:xfrm>
              <a:off x="1896773" y="1289483"/>
              <a:ext cx="11843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Control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EDF597B-773A-677C-897B-AE31D2002E4F}"/>
              </a:ext>
            </a:extLst>
          </p:cNvPr>
          <p:cNvGrpSpPr/>
          <p:nvPr/>
        </p:nvGrpSpPr>
        <p:grpSpPr>
          <a:xfrm>
            <a:off x="3937232" y="1029195"/>
            <a:ext cx="1916911" cy="866774"/>
            <a:chOff x="3514094" y="-129097"/>
            <a:chExt cx="1916911" cy="866774"/>
          </a:xfrm>
        </p:grpSpPr>
        <p:sp>
          <p:nvSpPr>
            <p:cNvPr id="35" name="Rounded Rectangle 146">
              <a:extLst>
                <a:ext uri="{FF2B5EF4-FFF2-40B4-BE49-F238E27FC236}">
                  <a16:creationId xmlns:a16="http://schemas.microsoft.com/office/drawing/2014/main" id="{F79EABDD-268F-D754-1AF2-BE37BE934708}"/>
                </a:ext>
              </a:extLst>
            </p:cNvPr>
            <p:cNvSpPr/>
            <p:nvPr/>
          </p:nvSpPr>
          <p:spPr>
            <a:xfrm>
              <a:off x="3514094" y="-129097"/>
              <a:ext cx="1781567" cy="866774"/>
            </a:xfrm>
            <a:prstGeom prst="roundRect">
              <a:avLst>
                <a:gd name="adj" fmla="val 5101"/>
              </a:avLst>
            </a:prstGeom>
            <a:solidFill>
              <a:schemeClr val="accent1">
                <a:lumMod val="40000"/>
                <a:lumOff val="60000"/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>
                <a:latin typeface="Microsoft YaHei Light" panose="020B0502040204020203" pitchFamily="34" charset="-122"/>
                <a:ea typeface="Microsoft YaHei Light" panose="020B0502040204020203" pitchFamily="34" charset="-122"/>
              </a:endParaRPr>
            </a:p>
          </p:txBody>
        </p:sp>
        <p:pic>
          <p:nvPicPr>
            <p:cNvPr id="6" name="Picture 5" descr="A blue and white face with waves&#10;&#10;Description automatically generated">
              <a:extLst>
                <a:ext uri="{FF2B5EF4-FFF2-40B4-BE49-F238E27FC236}">
                  <a16:creationId xmlns:a16="http://schemas.microsoft.com/office/drawing/2014/main" id="{E7DB26D8-8930-F218-FD61-BD5C471A1B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43302" y="-7015"/>
              <a:ext cx="637898" cy="637898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E8764CE-48AB-9153-3C8C-00CBD81BDE1A}"/>
                </a:ext>
              </a:extLst>
            </p:cNvPr>
            <p:cNvSpPr txBox="1"/>
            <p:nvPr/>
          </p:nvSpPr>
          <p:spPr>
            <a:xfrm>
              <a:off x="4135176" y="121344"/>
              <a:ext cx="12958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erception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A190013-349D-6F53-A0AC-683318B3B155}"/>
              </a:ext>
            </a:extLst>
          </p:cNvPr>
          <p:cNvGrpSpPr/>
          <p:nvPr/>
        </p:nvGrpSpPr>
        <p:grpSpPr>
          <a:xfrm>
            <a:off x="8588821" y="1029195"/>
            <a:ext cx="2599116" cy="866774"/>
            <a:chOff x="9024064" y="3918659"/>
            <a:chExt cx="2599116" cy="866774"/>
          </a:xfrm>
        </p:grpSpPr>
        <p:sp>
          <p:nvSpPr>
            <p:cNvPr id="37" name="Rounded Rectangle 146">
              <a:extLst>
                <a:ext uri="{FF2B5EF4-FFF2-40B4-BE49-F238E27FC236}">
                  <a16:creationId xmlns:a16="http://schemas.microsoft.com/office/drawing/2014/main" id="{300974CB-B7E3-9DF5-3335-849CB4C8BFE9}"/>
                </a:ext>
              </a:extLst>
            </p:cNvPr>
            <p:cNvSpPr/>
            <p:nvPr/>
          </p:nvSpPr>
          <p:spPr>
            <a:xfrm>
              <a:off x="9024064" y="3918659"/>
              <a:ext cx="2405936" cy="866774"/>
            </a:xfrm>
            <a:prstGeom prst="roundRect">
              <a:avLst>
                <a:gd name="adj" fmla="val 5101"/>
              </a:avLst>
            </a:prstGeom>
            <a:solidFill>
              <a:schemeClr val="accent1">
                <a:lumMod val="40000"/>
                <a:lumOff val="60000"/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dirty="0">
                <a:latin typeface="Microsoft YaHei Light" panose="020B0502040204020203" pitchFamily="34" charset="-122"/>
                <a:ea typeface="Microsoft YaHei Light" panose="020B0502040204020203" pitchFamily="34" charset="-122"/>
              </a:endParaRPr>
            </a:p>
          </p:txBody>
        </p:sp>
        <p:pic>
          <p:nvPicPr>
            <p:cNvPr id="11" name="Picture 10" descr="A cloud with a wifi symbol&#10;&#10;Description automatically generated">
              <a:extLst>
                <a:ext uri="{FF2B5EF4-FFF2-40B4-BE49-F238E27FC236}">
                  <a16:creationId xmlns:a16="http://schemas.microsoft.com/office/drawing/2014/main" id="{A9A3FF76-28F6-4466-E680-A403D5809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72756" y="4033097"/>
              <a:ext cx="637898" cy="637898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692E847-E18C-189C-F385-9983ABF990D3}"/>
                </a:ext>
              </a:extLst>
            </p:cNvPr>
            <p:cNvSpPr txBox="1"/>
            <p:nvPr/>
          </p:nvSpPr>
          <p:spPr>
            <a:xfrm>
              <a:off x="9796428" y="4182769"/>
              <a:ext cx="18267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Communication</a:t>
              </a:r>
            </a:p>
          </p:txBody>
        </p:sp>
      </p:grpSp>
      <p:sp>
        <p:nvSpPr>
          <p:cNvPr id="41" name="Rounded Rectangle 146">
            <a:extLst>
              <a:ext uri="{FF2B5EF4-FFF2-40B4-BE49-F238E27FC236}">
                <a16:creationId xmlns:a16="http://schemas.microsoft.com/office/drawing/2014/main" id="{1F75AD77-BF72-074A-C690-7E7E407AA530}"/>
              </a:ext>
            </a:extLst>
          </p:cNvPr>
          <p:cNvSpPr/>
          <p:nvPr/>
        </p:nvSpPr>
        <p:spPr>
          <a:xfrm>
            <a:off x="3933006" y="3316749"/>
            <a:ext cx="1781567" cy="866774"/>
          </a:xfrm>
          <a:prstGeom prst="roundRect">
            <a:avLst>
              <a:gd name="adj" fmla="val 5101"/>
            </a:avLst>
          </a:prstGeom>
          <a:solidFill>
            <a:schemeClr val="accent1">
              <a:lumMod val="40000"/>
              <a:lumOff val="6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14" name="Picture 13" descr="A hand touching a blue screen&#10;&#10;Description automatically generated">
            <a:extLst>
              <a:ext uri="{FF2B5EF4-FFF2-40B4-BE49-F238E27FC236}">
                <a16:creationId xmlns:a16="http://schemas.microsoft.com/office/drawing/2014/main" id="{88F07003-F22F-C3DD-3444-D0730DFB658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054" y="3431187"/>
            <a:ext cx="637899" cy="63789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76410B8-020B-5281-6238-2777567FA141}"/>
              </a:ext>
            </a:extLst>
          </p:cNvPr>
          <p:cNvSpPr txBox="1"/>
          <p:nvPr/>
        </p:nvSpPr>
        <p:spPr>
          <a:xfrm>
            <a:off x="4558314" y="3580859"/>
            <a:ext cx="11562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Interfacing</a:t>
            </a:r>
          </a:p>
        </p:txBody>
      </p:sp>
      <p:sp>
        <p:nvSpPr>
          <p:cNvPr id="44" name="Rounded Rectangle 146">
            <a:extLst>
              <a:ext uri="{FF2B5EF4-FFF2-40B4-BE49-F238E27FC236}">
                <a16:creationId xmlns:a16="http://schemas.microsoft.com/office/drawing/2014/main" id="{033A7A18-4C2C-4E44-EF2E-B4A196491702}"/>
              </a:ext>
            </a:extLst>
          </p:cNvPr>
          <p:cNvSpPr/>
          <p:nvPr/>
        </p:nvSpPr>
        <p:spPr>
          <a:xfrm>
            <a:off x="6043013" y="3164348"/>
            <a:ext cx="2250161" cy="2836401"/>
          </a:xfrm>
          <a:prstGeom prst="roundRect">
            <a:avLst>
              <a:gd name="adj" fmla="val 1804"/>
            </a:avLst>
          </a:prstGeom>
          <a:solidFill>
            <a:srgbClr val="DAE3F5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45" name="Rounded Rectangle 146">
            <a:extLst>
              <a:ext uri="{FF2B5EF4-FFF2-40B4-BE49-F238E27FC236}">
                <a16:creationId xmlns:a16="http://schemas.microsoft.com/office/drawing/2014/main" id="{BF68BE71-6952-A229-7AD7-F2BE31F6E75E}"/>
              </a:ext>
            </a:extLst>
          </p:cNvPr>
          <p:cNvSpPr/>
          <p:nvPr/>
        </p:nvSpPr>
        <p:spPr>
          <a:xfrm>
            <a:off x="6236193" y="3316749"/>
            <a:ext cx="1781567" cy="866774"/>
          </a:xfrm>
          <a:prstGeom prst="roundRect">
            <a:avLst>
              <a:gd name="adj" fmla="val 5101"/>
            </a:avLst>
          </a:prstGeom>
          <a:solidFill>
            <a:schemeClr val="accent1">
              <a:lumMod val="40000"/>
              <a:lumOff val="6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17" name="Picture 16" descr="A battery and gear icon&#10;&#10;Description automatically generated">
            <a:extLst>
              <a:ext uri="{FF2B5EF4-FFF2-40B4-BE49-F238E27FC236}">
                <a16:creationId xmlns:a16="http://schemas.microsoft.com/office/drawing/2014/main" id="{6A5B6B0F-9975-10B5-FB70-DDA2BC1B5F5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066" y="3431187"/>
            <a:ext cx="637899" cy="63789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6444E42-630D-80DB-D785-013A7916E060}"/>
              </a:ext>
            </a:extLst>
          </p:cNvPr>
          <p:cNvSpPr txBox="1"/>
          <p:nvPr/>
        </p:nvSpPr>
        <p:spPr>
          <a:xfrm>
            <a:off x="7126976" y="3580859"/>
            <a:ext cx="8556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</a:p>
        </p:txBody>
      </p:sp>
    </p:spTree>
    <p:extLst>
      <p:ext uri="{BB962C8B-B14F-4D97-AF65-F5344CB8AC3E}">
        <p14:creationId xmlns:p14="http://schemas.microsoft.com/office/powerpoint/2010/main" val="8038900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11EEB36-69C7-FC64-8744-3E9E359E15B0}"/>
              </a:ext>
            </a:extLst>
          </p:cNvPr>
          <p:cNvSpPr/>
          <p:nvPr/>
        </p:nvSpPr>
        <p:spPr>
          <a:xfrm>
            <a:off x="1128818" y="776210"/>
            <a:ext cx="2980944" cy="5305578"/>
          </a:xfrm>
          <a:prstGeom prst="rect">
            <a:avLst/>
          </a:prstGeom>
          <a:solidFill>
            <a:srgbClr val="DAE3F5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C89207-7ECF-CBCB-5A8B-AB9596AFEF06}"/>
              </a:ext>
            </a:extLst>
          </p:cNvPr>
          <p:cNvSpPr/>
          <p:nvPr/>
        </p:nvSpPr>
        <p:spPr>
          <a:xfrm>
            <a:off x="4175759" y="776211"/>
            <a:ext cx="6369958" cy="1724178"/>
          </a:xfrm>
          <a:prstGeom prst="rect">
            <a:avLst/>
          </a:prstGeom>
          <a:solidFill>
            <a:srgbClr val="DAE3F5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FF73CB-BAC6-6DEB-C24D-4A2F6CC927D7}"/>
              </a:ext>
            </a:extLst>
          </p:cNvPr>
          <p:cNvSpPr/>
          <p:nvPr/>
        </p:nvSpPr>
        <p:spPr>
          <a:xfrm>
            <a:off x="4175758" y="2566911"/>
            <a:ext cx="6369957" cy="1724178"/>
          </a:xfrm>
          <a:prstGeom prst="rect">
            <a:avLst/>
          </a:prstGeom>
          <a:solidFill>
            <a:srgbClr val="DAE3F5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590841-5B19-9396-03F7-7FBDA4520075}"/>
              </a:ext>
            </a:extLst>
          </p:cNvPr>
          <p:cNvSpPr/>
          <p:nvPr/>
        </p:nvSpPr>
        <p:spPr>
          <a:xfrm>
            <a:off x="4175758" y="4357610"/>
            <a:ext cx="3148967" cy="1724178"/>
          </a:xfrm>
          <a:prstGeom prst="rect">
            <a:avLst/>
          </a:prstGeom>
          <a:solidFill>
            <a:srgbClr val="DAE3F5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539070-53F3-3D5D-7300-DF0D5B46B317}"/>
              </a:ext>
            </a:extLst>
          </p:cNvPr>
          <p:cNvSpPr/>
          <p:nvPr/>
        </p:nvSpPr>
        <p:spPr>
          <a:xfrm>
            <a:off x="7396748" y="4357610"/>
            <a:ext cx="3148967" cy="1724178"/>
          </a:xfrm>
          <a:prstGeom prst="rect">
            <a:avLst/>
          </a:prstGeom>
          <a:solidFill>
            <a:srgbClr val="DAE3F5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146">
            <a:extLst>
              <a:ext uri="{FF2B5EF4-FFF2-40B4-BE49-F238E27FC236}">
                <a16:creationId xmlns:a16="http://schemas.microsoft.com/office/drawing/2014/main" id="{C8145E1F-642F-0ED5-CE8D-17402650B225}"/>
              </a:ext>
            </a:extLst>
          </p:cNvPr>
          <p:cNvSpPr/>
          <p:nvPr/>
        </p:nvSpPr>
        <p:spPr>
          <a:xfrm>
            <a:off x="1286156" y="876795"/>
            <a:ext cx="2676244" cy="866774"/>
          </a:xfrm>
          <a:prstGeom prst="roundRect">
            <a:avLst>
              <a:gd name="adj" fmla="val 5101"/>
            </a:avLst>
          </a:prstGeom>
          <a:solidFill>
            <a:schemeClr val="accent1">
              <a:lumMod val="40000"/>
              <a:lumOff val="6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25" name="Picture 24" descr="A green circuit board with yellow and black colors&#10;&#10;Description automatically generated">
            <a:extLst>
              <a:ext uri="{FF2B5EF4-FFF2-40B4-BE49-F238E27FC236}">
                <a16:creationId xmlns:a16="http://schemas.microsoft.com/office/drawing/2014/main" id="{4B92D9F4-D000-4DCB-3909-3DD2EB27E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274" y="991233"/>
            <a:ext cx="637898" cy="63789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672306B-17B9-9E55-F410-BA86D56D61C1}"/>
              </a:ext>
            </a:extLst>
          </p:cNvPr>
          <p:cNvSpPr txBox="1"/>
          <p:nvPr/>
        </p:nvSpPr>
        <p:spPr>
          <a:xfrm>
            <a:off x="2317834" y="1140905"/>
            <a:ext cx="11843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</a:p>
        </p:txBody>
      </p:sp>
      <p:sp>
        <p:nvSpPr>
          <p:cNvPr id="29" name="Rounded Rectangle 146">
            <a:extLst>
              <a:ext uri="{FF2B5EF4-FFF2-40B4-BE49-F238E27FC236}">
                <a16:creationId xmlns:a16="http://schemas.microsoft.com/office/drawing/2014/main" id="{4343D6DD-0BB3-7EAD-F4B9-3015918A6FE6}"/>
              </a:ext>
            </a:extLst>
          </p:cNvPr>
          <p:cNvSpPr/>
          <p:nvPr/>
        </p:nvSpPr>
        <p:spPr>
          <a:xfrm>
            <a:off x="4297880" y="876795"/>
            <a:ext cx="2384860" cy="866774"/>
          </a:xfrm>
          <a:prstGeom prst="roundRect">
            <a:avLst>
              <a:gd name="adj" fmla="val 5101"/>
            </a:avLst>
          </a:prstGeom>
          <a:solidFill>
            <a:schemeClr val="accent1">
              <a:lumMod val="40000"/>
              <a:lumOff val="6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30" name="Picture 29" descr="A blue and white face with waves&#10;&#10;Description automatically generated">
            <a:extLst>
              <a:ext uri="{FF2B5EF4-FFF2-40B4-BE49-F238E27FC236}">
                <a16:creationId xmlns:a16="http://schemas.microsoft.com/office/drawing/2014/main" id="{CD191C8E-E246-9F48-A0AE-EDD0C90D864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978" y="998877"/>
            <a:ext cx="637898" cy="63789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35F157D-1FE1-6A7F-B150-A08A6152CE3D}"/>
              </a:ext>
            </a:extLst>
          </p:cNvPr>
          <p:cNvSpPr txBox="1"/>
          <p:nvPr/>
        </p:nvSpPr>
        <p:spPr>
          <a:xfrm>
            <a:off x="5228328" y="1127236"/>
            <a:ext cx="1295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erception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ounded Rectangle 146">
            <a:extLst>
              <a:ext uri="{FF2B5EF4-FFF2-40B4-BE49-F238E27FC236}">
                <a16:creationId xmlns:a16="http://schemas.microsoft.com/office/drawing/2014/main" id="{352E8B26-3EEE-A596-15C8-752779A6622C}"/>
              </a:ext>
            </a:extLst>
          </p:cNvPr>
          <p:cNvSpPr/>
          <p:nvPr/>
        </p:nvSpPr>
        <p:spPr>
          <a:xfrm>
            <a:off x="4297880" y="2670096"/>
            <a:ext cx="2384860" cy="866774"/>
          </a:xfrm>
          <a:prstGeom prst="roundRect">
            <a:avLst>
              <a:gd name="adj" fmla="val 5101"/>
            </a:avLst>
          </a:prstGeom>
          <a:solidFill>
            <a:schemeClr val="accent1">
              <a:lumMod val="40000"/>
              <a:lumOff val="6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40" name="Picture 39" descr="A cloud with a wifi symbol&#10;&#10;Description automatically generated">
            <a:extLst>
              <a:ext uri="{FF2B5EF4-FFF2-40B4-BE49-F238E27FC236}">
                <a16:creationId xmlns:a16="http://schemas.microsoft.com/office/drawing/2014/main" id="{8CCA15A1-08A3-9992-FE05-FB8DC3AE67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225" y="2762956"/>
            <a:ext cx="637898" cy="637898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37F78039-D882-807B-D3DA-87CDCE705D6F}"/>
              </a:ext>
            </a:extLst>
          </p:cNvPr>
          <p:cNvSpPr txBox="1"/>
          <p:nvPr/>
        </p:nvSpPr>
        <p:spPr>
          <a:xfrm>
            <a:off x="5034876" y="2912628"/>
            <a:ext cx="16446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sp>
        <p:nvSpPr>
          <p:cNvPr id="46" name="Rounded Rectangle 146">
            <a:extLst>
              <a:ext uri="{FF2B5EF4-FFF2-40B4-BE49-F238E27FC236}">
                <a16:creationId xmlns:a16="http://schemas.microsoft.com/office/drawing/2014/main" id="{E665C24C-F955-B4B3-A874-C0A77F588149}"/>
              </a:ext>
            </a:extLst>
          </p:cNvPr>
          <p:cNvSpPr/>
          <p:nvPr/>
        </p:nvSpPr>
        <p:spPr>
          <a:xfrm>
            <a:off x="4297880" y="4440761"/>
            <a:ext cx="2381681" cy="866774"/>
          </a:xfrm>
          <a:prstGeom prst="roundRect">
            <a:avLst>
              <a:gd name="adj" fmla="val 5101"/>
            </a:avLst>
          </a:prstGeom>
          <a:solidFill>
            <a:schemeClr val="accent1">
              <a:lumMod val="40000"/>
              <a:lumOff val="6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47" name="Picture 46" descr="A hand touching a blue screen&#10;&#10;Description automatically generated">
            <a:extLst>
              <a:ext uri="{FF2B5EF4-FFF2-40B4-BE49-F238E27FC236}">
                <a16:creationId xmlns:a16="http://schemas.microsoft.com/office/drawing/2014/main" id="{A90B9227-E482-A861-E94C-9C061CE7DCD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928" y="4555199"/>
            <a:ext cx="637899" cy="637899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08186BA7-0A00-FB76-DA3A-F0E79F5CCB46}"/>
              </a:ext>
            </a:extLst>
          </p:cNvPr>
          <p:cNvSpPr txBox="1"/>
          <p:nvPr/>
        </p:nvSpPr>
        <p:spPr>
          <a:xfrm>
            <a:off x="5197985" y="4704871"/>
            <a:ext cx="11562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Interfacing</a:t>
            </a:r>
          </a:p>
        </p:txBody>
      </p:sp>
    </p:spTree>
    <p:extLst>
      <p:ext uri="{BB962C8B-B14F-4D97-AF65-F5344CB8AC3E}">
        <p14:creationId xmlns:p14="http://schemas.microsoft.com/office/powerpoint/2010/main" val="25763366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46">
            <a:extLst>
              <a:ext uri="{FF2B5EF4-FFF2-40B4-BE49-F238E27FC236}">
                <a16:creationId xmlns:a16="http://schemas.microsoft.com/office/drawing/2014/main" id="{9EC2209D-5686-892A-EAD9-A095DE25C191}"/>
              </a:ext>
            </a:extLst>
          </p:cNvPr>
          <p:cNvSpPr>
            <a:spLocks/>
          </p:cNvSpPr>
          <p:nvPr/>
        </p:nvSpPr>
        <p:spPr>
          <a:xfrm>
            <a:off x="304801" y="-1059674"/>
            <a:ext cx="8002550" cy="614846"/>
          </a:xfrm>
          <a:prstGeom prst="roundRect">
            <a:avLst>
              <a:gd name="adj" fmla="val 6849"/>
            </a:avLst>
          </a:prstGeom>
          <a:solidFill>
            <a:srgbClr val="DAE3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2000" dirty="0">
              <a:solidFill>
                <a:schemeClr val="accent1">
                  <a:lumMod val="50000"/>
                </a:schemeClr>
              </a:solidFill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B32FA49-15C3-FF46-2293-A6ADD3787AB2}"/>
              </a:ext>
            </a:extLst>
          </p:cNvPr>
          <p:cNvGrpSpPr/>
          <p:nvPr/>
        </p:nvGrpSpPr>
        <p:grpSpPr>
          <a:xfrm>
            <a:off x="304800" y="5922184"/>
            <a:ext cx="5505450" cy="670685"/>
            <a:chOff x="304800" y="5922184"/>
            <a:chExt cx="5505450" cy="670685"/>
          </a:xfrm>
        </p:grpSpPr>
        <p:sp>
          <p:nvSpPr>
            <p:cNvPr id="21" name="Rounded Rectangle 146">
              <a:extLst>
                <a:ext uri="{FF2B5EF4-FFF2-40B4-BE49-F238E27FC236}">
                  <a16:creationId xmlns:a16="http://schemas.microsoft.com/office/drawing/2014/main" id="{2E367BE2-71A7-9153-4F7C-15B9FFB29162}"/>
                </a:ext>
              </a:extLst>
            </p:cNvPr>
            <p:cNvSpPr>
              <a:spLocks/>
            </p:cNvSpPr>
            <p:nvPr/>
          </p:nvSpPr>
          <p:spPr>
            <a:xfrm>
              <a:off x="304800" y="5922184"/>
              <a:ext cx="5505450" cy="670685"/>
            </a:xfrm>
            <a:prstGeom prst="roundRect">
              <a:avLst>
                <a:gd name="adj" fmla="val 0"/>
              </a:avLst>
            </a:prstGeom>
            <a:solidFill>
              <a:srgbClr val="DAE3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000" dirty="0">
                <a:solidFill>
                  <a:schemeClr val="accent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EFBBF2D8-A8F5-4496-32D1-CF9712CBAB08}"/>
                </a:ext>
              </a:extLst>
            </p:cNvPr>
            <p:cNvGrpSpPr/>
            <p:nvPr/>
          </p:nvGrpSpPr>
          <p:grpSpPr>
            <a:xfrm>
              <a:off x="405342" y="6004516"/>
              <a:ext cx="5304367" cy="506020"/>
              <a:chOff x="390445" y="6004516"/>
              <a:chExt cx="5304367" cy="506020"/>
            </a:xfrm>
          </p:grpSpPr>
          <p:sp>
            <p:nvSpPr>
              <p:cNvPr id="22" name="Rounded Rectangle 146">
                <a:extLst>
                  <a:ext uri="{FF2B5EF4-FFF2-40B4-BE49-F238E27FC236}">
                    <a16:creationId xmlns:a16="http://schemas.microsoft.com/office/drawing/2014/main" id="{91D1635C-375C-B23E-C843-D5698FD3613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90445" y="6004516"/>
                <a:ext cx="942305" cy="506020"/>
              </a:xfrm>
              <a:prstGeom prst="roundRect">
                <a:avLst>
                  <a:gd name="adj" fmla="val 6849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Main </a:t>
                </a:r>
              </a:p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Control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Rounded Rectangle 146">
                <a:extLst>
                  <a:ext uri="{FF2B5EF4-FFF2-40B4-BE49-F238E27FC236}">
                    <a16:creationId xmlns:a16="http://schemas.microsoft.com/office/drawing/2014/main" id="{89173DA7-B4E0-A1FE-AB14-C0049FECC15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18396" y="6004516"/>
                <a:ext cx="4276416" cy="506020"/>
              </a:xfrm>
              <a:prstGeom prst="roundRect">
                <a:avLst>
                  <a:gd name="adj" fmla="val 7790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CN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eripheral Components</a:t>
                </a:r>
              </a:p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Sensing /  Communication / Interaction / Power Supply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81BFF435-D2D0-B8F8-743C-45F5AEC73467}"/>
              </a:ext>
            </a:extLst>
          </p:cNvPr>
          <p:cNvSpPr txBox="1">
            <a:spLocks/>
          </p:cNvSpPr>
          <p:nvPr/>
        </p:nvSpPr>
        <p:spPr>
          <a:xfrm>
            <a:off x="5810249" y="6050778"/>
            <a:ext cx="2892496" cy="376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B4EC3A-9304-7C08-1504-6B5C98EA727B}"/>
              </a:ext>
            </a:extLst>
          </p:cNvPr>
          <p:cNvSpPr txBox="1">
            <a:spLocks/>
          </p:cNvSpPr>
          <p:nvPr/>
        </p:nvSpPr>
        <p:spPr>
          <a:xfrm>
            <a:off x="5810250" y="5181758"/>
            <a:ext cx="2892496" cy="7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 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ABSTRACTION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9CE4F8-64AF-F9C8-1B45-F560A78A642B}"/>
              </a:ext>
            </a:extLst>
          </p:cNvPr>
          <p:cNvSpPr txBox="1">
            <a:spLocks/>
          </p:cNvSpPr>
          <p:nvPr/>
        </p:nvSpPr>
        <p:spPr>
          <a:xfrm>
            <a:off x="5810249" y="3265671"/>
            <a:ext cx="2892496" cy="7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SERVICES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2EF768-3B96-84F1-A4E6-4DA54AA9DE4F}"/>
              </a:ext>
            </a:extLst>
          </p:cNvPr>
          <p:cNvSpPr txBox="1">
            <a:spLocks/>
          </p:cNvSpPr>
          <p:nvPr/>
        </p:nvSpPr>
        <p:spPr>
          <a:xfrm>
            <a:off x="5810249" y="1844257"/>
            <a:ext cx="2892496" cy="376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BF3C180-5022-FCC7-7919-80FBD74069B7}"/>
              </a:ext>
            </a:extLst>
          </p:cNvPr>
          <p:cNvGrpSpPr/>
          <p:nvPr/>
        </p:nvGrpSpPr>
        <p:grpSpPr>
          <a:xfrm>
            <a:off x="304800" y="5211616"/>
            <a:ext cx="5505450" cy="646259"/>
            <a:chOff x="304800" y="5211616"/>
            <a:chExt cx="5505450" cy="646259"/>
          </a:xfrm>
        </p:grpSpPr>
        <p:sp>
          <p:nvSpPr>
            <p:cNvPr id="12" name="Rounded Rectangle 146">
              <a:extLst>
                <a:ext uri="{FF2B5EF4-FFF2-40B4-BE49-F238E27FC236}">
                  <a16:creationId xmlns:a16="http://schemas.microsoft.com/office/drawing/2014/main" id="{0027B4A4-3FFD-EBC6-383A-B9A63C2A51B7}"/>
                </a:ext>
              </a:extLst>
            </p:cNvPr>
            <p:cNvSpPr>
              <a:spLocks/>
            </p:cNvSpPr>
            <p:nvPr/>
          </p:nvSpPr>
          <p:spPr>
            <a:xfrm>
              <a:off x="304800" y="5211616"/>
              <a:ext cx="5505450" cy="646259"/>
            </a:xfrm>
            <a:prstGeom prst="roundRect">
              <a:avLst>
                <a:gd name="adj" fmla="val 0"/>
              </a:avLst>
            </a:prstGeom>
            <a:solidFill>
              <a:srgbClr val="DAE3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000" dirty="0">
                <a:solidFill>
                  <a:schemeClr val="accent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endParaRP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DC0D709-8646-586A-07BB-A05D491EC0B9}"/>
                </a:ext>
              </a:extLst>
            </p:cNvPr>
            <p:cNvGrpSpPr/>
            <p:nvPr/>
          </p:nvGrpSpPr>
          <p:grpSpPr>
            <a:xfrm>
              <a:off x="411473" y="5291821"/>
              <a:ext cx="5292104" cy="485849"/>
              <a:chOff x="390446" y="5291821"/>
              <a:chExt cx="5292104" cy="485849"/>
            </a:xfrm>
          </p:grpSpPr>
          <p:sp>
            <p:nvSpPr>
              <p:cNvPr id="27" name="Rounded Rectangle 146">
                <a:extLst>
                  <a:ext uri="{FF2B5EF4-FFF2-40B4-BE49-F238E27FC236}">
                    <a16:creationId xmlns:a16="http://schemas.microsoft.com/office/drawing/2014/main" id="{5CCA1B80-1A43-E11C-57A2-01B15680923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90446" y="5291821"/>
                <a:ext cx="942304" cy="485849"/>
              </a:xfrm>
              <a:prstGeom prst="roundRect">
                <a:avLst>
                  <a:gd name="adj" fmla="val 8405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Startup Code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Rounded Rectangle 146">
                <a:extLst>
                  <a:ext uri="{FF2B5EF4-FFF2-40B4-BE49-F238E27FC236}">
                    <a16:creationId xmlns:a16="http://schemas.microsoft.com/office/drawing/2014/main" id="{9B2D79BB-29BF-33AF-5AFF-12B407B299E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18396" y="5291821"/>
                <a:ext cx="2095370" cy="485849"/>
              </a:xfrm>
              <a:prstGeom prst="roundRect">
                <a:avLst>
                  <a:gd name="adj" fmla="val 9580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Hardware Abstraction Drivers (R</a:t>
                </a:r>
                <a:r>
                  <a:rPr lang="en-US" altLang="zh-CN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egister-Level</a:t>
                </a:r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)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Rounded Rectangle 146">
                <a:extLst>
                  <a:ext uri="{FF2B5EF4-FFF2-40B4-BE49-F238E27FC236}">
                    <a16:creationId xmlns:a16="http://schemas.microsoft.com/office/drawing/2014/main" id="{DAEB502C-5432-04D9-F8C1-4F3760562D1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587180" y="5291821"/>
                <a:ext cx="2095370" cy="485848"/>
              </a:xfrm>
              <a:prstGeom prst="roundRect">
                <a:avLst>
                  <a:gd name="adj" fmla="val 9215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Board Support Packages </a:t>
                </a:r>
              </a:p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(Board-Level)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7515415-340C-7831-F05F-4B69FEAC9CC4}"/>
              </a:ext>
            </a:extLst>
          </p:cNvPr>
          <p:cNvGrpSpPr/>
          <p:nvPr/>
        </p:nvGrpSpPr>
        <p:grpSpPr>
          <a:xfrm>
            <a:off x="304800" y="2362200"/>
            <a:ext cx="5505450" cy="2785107"/>
            <a:chOff x="304800" y="2362200"/>
            <a:chExt cx="5505450" cy="2785107"/>
          </a:xfrm>
        </p:grpSpPr>
        <p:sp>
          <p:nvSpPr>
            <p:cNvPr id="15" name="Rounded Rectangle 146">
              <a:extLst>
                <a:ext uri="{FF2B5EF4-FFF2-40B4-BE49-F238E27FC236}">
                  <a16:creationId xmlns:a16="http://schemas.microsoft.com/office/drawing/2014/main" id="{782E3358-A608-3F1A-E036-F417D8516F9E}"/>
                </a:ext>
              </a:extLst>
            </p:cNvPr>
            <p:cNvSpPr>
              <a:spLocks/>
            </p:cNvSpPr>
            <p:nvPr/>
          </p:nvSpPr>
          <p:spPr>
            <a:xfrm>
              <a:off x="304800" y="2362200"/>
              <a:ext cx="5505450" cy="2785107"/>
            </a:xfrm>
            <a:prstGeom prst="roundRect">
              <a:avLst>
                <a:gd name="adj" fmla="val 0"/>
              </a:avLst>
            </a:prstGeom>
            <a:solidFill>
              <a:srgbClr val="DAE3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000" dirty="0">
                <a:solidFill>
                  <a:schemeClr val="accent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endParaRPr>
            </a:p>
          </p:txBody>
        </p:sp>
        <p:sp>
          <p:nvSpPr>
            <p:cNvPr id="38" name="Rounded Rectangle 146">
              <a:extLst>
                <a:ext uri="{FF2B5EF4-FFF2-40B4-BE49-F238E27FC236}">
                  <a16:creationId xmlns:a16="http://schemas.microsoft.com/office/drawing/2014/main" id="{9E8305D8-0107-2F6D-C3A4-F785511D356F}"/>
                </a:ext>
              </a:extLst>
            </p:cNvPr>
            <p:cNvSpPr/>
            <p:nvPr/>
          </p:nvSpPr>
          <p:spPr>
            <a:xfrm>
              <a:off x="411473" y="4794946"/>
              <a:ext cx="5292104" cy="274320"/>
            </a:xfrm>
            <a:prstGeom prst="roundRect">
              <a:avLst>
                <a:gd name="adj" fmla="val 11078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rPr>
                <a:t>Real-time Operating System</a:t>
              </a:r>
              <a:endParaRPr lang="en-CN" sz="1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Microsoft YaHei Light" panose="020B0502040204020203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B200D20A-4158-C8A5-74ED-6D66C0642D9C}"/>
                </a:ext>
              </a:extLst>
            </p:cNvPr>
            <p:cNvGrpSpPr/>
            <p:nvPr/>
          </p:nvGrpSpPr>
          <p:grpSpPr>
            <a:xfrm>
              <a:off x="411472" y="4242004"/>
              <a:ext cx="5292106" cy="450739"/>
              <a:chOff x="390444" y="4269460"/>
              <a:chExt cx="5292106" cy="450739"/>
            </a:xfrm>
          </p:grpSpPr>
          <p:sp>
            <p:nvSpPr>
              <p:cNvPr id="50" name="Rounded Rectangle 146">
                <a:extLst>
                  <a:ext uri="{FF2B5EF4-FFF2-40B4-BE49-F238E27FC236}">
                    <a16:creationId xmlns:a16="http://schemas.microsoft.com/office/drawing/2014/main" id="{486299AF-6F62-F933-96E4-A3DFF9022F28}"/>
                  </a:ext>
                </a:extLst>
              </p:cNvPr>
              <p:cNvSpPr/>
              <p:nvPr/>
            </p:nvSpPr>
            <p:spPr>
              <a:xfrm>
                <a:off x="1730589" y="4269461"/>
                <a:ext cx="1271670" cy="450738"/>
              </a:xfrm>
              <a:prstGeom prst="roundRect">
                <a:avLst>
                  <a:gd name="adj" fmla="val 12398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TCP/IP &amp; MQTT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" name="Rounded Rectangle 146">
                <a:extLst>
                  <a:ext uri="{FF2B5EF4-FFF2-40B4-BE49-F238E27FC236}">
                    <a16:creationId xmlns:a16="http://schemas.microsoft.com/office/drawing/2014/main" id="{8ECFEDB9-4B02-BEB2-F3B9-26F8258E423F}"/>
                  </a:ext>
                </a:extLst>
              </p:cNvPr>
              <p:cNvSpPr/>
              <p:nvPr/>
            </p:nvSpPr>
            <p:spPr>
              <a:xfrm>
                <a:off x="390444" y="4269461"/>
                <a:ext cx="1271669" cy="450737"/>
              </a:xfrm>
              <a:prstGeom prst="roundRect">
                <a:avLst>
                  <a:gd name="adj" fmla="val 8172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F</a:t>
                </a:r>
                <a:r>
                  <a:rPr lang="en-US" altLang="zh-CN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ile </a:t>
                </a:r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System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" name="Rounded Rectangle 146">
                <a:extLst>
                  <a:ext uri="{FF2B5EF4-FFF2-40B4-BE49-F238E27FC236}">
                    <a16:creationId xmlns:a16="http://schemas.microsoft.com/office/drawing/2014/main" id="{C89A4C05-D80A-C95D-821C-B099C51370F5}"/>
                  </a:ext>
                </a:extLst>
              </p:cNvPr>
              <p:cNvSpPr/>
              <p:nvPr/>
            </p:nvSpPr>
            <p:spPr>
              <a:xfrm>
                <a:off x="3070735" y="4269461"/>
                <a:ext cx="1271670" cy="450738"/>
              </a:xfrm>
              <a:prstGeom prst="roundRect">
                <a:avLst>
                  <a:gd name="adj" fmla="val 10990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Digital Signal Processing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" name="Rounded Rectangle 146">
                <a:extLst>
                  <a:ext uri="{FF2B5EF4-FFF2-40B4-BE49-F238E27FC236}">
                    <a16:creationId xmlns:a16="http://schemas.microsoft.com/office/drawing/2014/main" id="{4E294FC7-BEE4-A965-63ED-A4A2D41B3411}"/>
                  </a:ext>
                </a:extLst>
              </p:cNvPr>
              <p:cNvSpPr/>
              <p:nvPr/>
            </p:nvSpPr>
            <p:spPr>
              <a:xfrm>
                <a:off x="4410880" y="4269460"/>
                <a:ext cx="1271670" cy="450738"/>
              </a:xfrm>
              <a:prstGeom prst="roundRect">
                <a:avLst>
                  <a:gd name="adj" fmla="val 12046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Edge AI Framework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7285FCE-AD5A-96FB-D6FD-604DD534246F}"/>
                </a:ext>
              </a:extLst>
            </p:cNvPr>
            <p:cNvGrpSpPr/>
            <p:nvPr/>
          </p:nvGrpSpPr>
          <p:grpSpPr>
            <a:xfrm>
              <a:off x="405341" y="2436805"/>
              <a:ext cx="5304368" cy="1702997"/>
              <a:chOff x="390444" y="2491715"/>
              <a:chExt cx="5304368" cy="1702997"/>
            </a:xfrm>
          </p:grpSpPr>
          <p:sp>
            <p:nvSpPr>
              <p:cNvPr id="5" name="Rounded Rectangle 146">
                <a:extLst>
                  <a:ext uri="{FF2B5EF4-FFF2-40B4-BE49-F238E27FC236}">
                    <a16:creationId xmlns:a16="http://schemas.microsoft.com/office/drawing/2014/main" id="{3598FB8B-44DE-1350-CC60-27BA2201C9FF}"/>
                  </a:ext>
                </a:extLst>
              </p:cNvPr>
              <p:cNvSpPr/>
              <p:nvPr/>
            </p:nvSpPr>
            <p:spPr>
              <a:xfrm>
                <a:off x="390444" y="2491715"/>
                <a:ext cx="5304368" cy="1702997"/>
              </a:xfrm>
              <a:prstGeom prst="roundRect">
                <a:avLst>
                  <a:gd name="adj" fmla="val 1548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781049-BDA2-6ECE-A319-054FC41269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0444" y="2491716"/>
                <a:ext cx="53043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altLang="zh-CN" sz="14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dge Intelligence Library for SHM Applications - </a:t>
                </a:r>
                <a:r>
                  <a:rPr lang="en-US" altLang="zh-CN" sz="1400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TinySHM</a:t>
                </a:r>
                <a:endParaRPr lang="en-US" sz="14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Rounded Rectangle 146">
                <a:extLst>
                  <a:ext uri="{FF2B5EF4-FFF2-40B4-BE49-F238E27FC236}">
                    <a16:creationId xmlns:a16="http://schemas.microsoft.com/office/drawing/2014/main" id="{00F76CDF-1EA0-AD68-C60E-B4E6DFA0497E}"/>
                  </a:ext>
                </a:extLst>
              </p:cNvPr>
              <p:cNvSpPr/>
              <p:nvPr/>
            </p:nvSpPr>
            <p:spPr>
              <a:xfrm>
                <a:off x="467349" y="3533421"/>
                <a:ext cx="1761502" cy="274320"/>
              </a:xfrm>
              <a:prstGeom prst="roundRect">
                <a:avLst>
                  <a:gd name="adj" fmla="val 11078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S Math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Rounded Rectangle 146">
                <a:extLst>
                  <a:ext uri="{FF2B5EF4-FFF2-40B4-BE49-F238E27FC236}">
                    <a16:creationId xmlns:a16="http://schemas.microsoft.com/office/drawing/2014/main" id="{9DFAF162-74A5-E02D-E369-1A507110AED0}"/>
                  </a:ext>
                </a:extLst>
              </p:cNvPr>
              <p:cNvSpPr/>
              <p:nvPr/>
            </p:nvSpPr>
            <p:spPr>
              <a:xfrm>
                <a:off x="2303244" y="3533421"/>
                <a:ext cx="1617776" cy="274320"/>
              </a:xfrm>
              <a:prstGeom prst="roundRect">
                <a:avLst>
                  <a:gd name="adj" fmla="val 11078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S DSP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Rounded Rectangle 146">
                <a:extLst>
                  <a:ext uri="{FF2B5EF4-FFF2-40B4-BE49-F238E27FC236}">
                    <a16:creationId xmlns:a16="http://schemas.microsoft.com/office/drawing/2014/main" id="{DBC0E134-144C-B0C9-A4EF-63A2C2CD7438}"/>
                  </a:ext>
                </a:extLst>
              </p:cNvPr>
              <p:cNvSpPr/>
              <p:nvPr/>
            </p:nvSpPr>
            <p:spPr>
              <a:xfrm>
                <a:off x="4410877" y="3842351"/>
                <a:ext cx="1209857" cy="274320"/>
              </a:xfrm>
              <a:prstGeom prst="roundRect">
                <a:avLst>
                  <a:gd name="adj" fmla="val 11078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S Network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Rounded Rectangle 146">
                <a:extLst>
                  <a:ext uri="{FF2B5EF4-FFF2-40B4-BE49-F238E27FC236}">
                    <a16:creationId xmlns:a16="http://schemas.microsoft.com/office/drawing/2014/main" id="{5690CCCF-77F9-D18C-9496-1A42EB579FB0}"/>
                  </a:ext>
                </a:extLst>
              </p:cNvPr>
              <p:cNvSpPr/>
              <p:nvPr/>
            </p:nvSpPr>
            <p:spPr>
              <a:xfrm>
                <a:off x="3995412" y="3533421"/>
                <a:ext cx="1617776" cy="274320"/>
              </a:xfrm>
              <a:prstGeom prst="roundRect">
                <a:avLst>
                  <a:gd name="adj" fmla="val 11078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S AI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Rounded Rectangle 146">
                <a:extLst>
                  <a:ext uri="{FF2B5EF4-FFF2-40B4-BE49-F238E27FC236}">
                    <a16:creationId xmlns:a16="http://schemas.microsoft.com/office/drawing/2014/main" id="{DD820BB9-9F98-3A60-671C-057BF5FD8D7B}"/>
                  </a:ext>
                </a:extLst>
              </p:cNvPr>
              <p:cNvSpPr/>
              <p:nvPr/>
            </p:nvSpPr>
            <p:spPr>
              <a:xfrm>
                <a:off x="467348" y="3190528"/>
                <a:ext cx="2534910" cy="274320"/>
              </a:xfrm>
              <a:prstGeom prst="roundRect">
                <a:avLst>
                  <a:gd name="adj" fmla="val 687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TS</a:t>
                </a:r>
                <a:r>
                  <a:rPr lang="en-US" altLang="zh-CN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 Measurement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Rounded Rectangle 146">
                <a:extLst>
                  <a:ext uri="{FF2B5EF4-FFF2-40B4-BE49-F238E27FC236}">
                    <a16:creationId xmlns:a16="http://schemas.microsoft.com/office/drawing/2014/main" id="{3AF1A015-1E47-A60F-830A-AC4B0B9D8141}"/>
                  </a:ext>
                </a:extLst>
              </p:cNvPr>
              <p:cNvSpPr/>
              <p:nvPr/>
            </p:nvSpPr>
            <p:spPr>
              <a:xfrm>
                <a:off x="3071616" y="3190528"/>
                <a:ext cx="2541572" cy="274320"/>
              </a:xfrm>
              <a:prstGeom prst="roundRect">
                <a:avLst>
                  <a:gd name="adj" fmla="val 6869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S System Identification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Rounded Rectangle 146">
                <a:extLst>
                  <a:ext uri="{FF2B5EF4-FFF2-40B4-BE49-F238E27FC236}">
                    <a16:creationId xmlns:a16="http://schemas.microsoft.com/office/drawing/2014/main" id="{5215CCEC-4E97-518A-9D23-43BDA31A035C}"/>
                  </a:ext>
                </a:extLst>
              </p:cNvPr>
              <p:cNvSpPr/>
              <p:nvPr/>
            </p:nvSpPr>
            <p:spPr>
              <a:xfrm>
                <a:off x="463134" y="2842911"/>
                <a:ext cx="1840110" cy="274320"/>
              </a:xfrm>
              <a:prstGeom prst="roundRect">
                <a:avLst>
                  <a:gd name="adj" fmla="val 6869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S Damage </a:t>
                </a:r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Detection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" name="Rounded Rectangle 146">
                <a:extLst>
                  <a:ext uri="{FF2B5EF4-FFF2-40B4-BE49-F238E27FC236}">
                    <a16:creationId xmlns:a16="http://schemas.microsoft.com/office/drawing/2014/main" id="{76C5A655-9A0D-F0C1-47DA-32BA63F94710}"/>
                  </a:ext>
                </a:extLst>
              </p:cNvPr>
              <p:cNvSpPr/>
              <p:nvPr/>
            </p:nvSpPr>
            <p:spPr>
              <a:xfrm>
                <a:off x="467348" y="3842351"/>
                <a:ext cx="1194766" cy="274320"/>
              </a:xfrm>
              <a:prstGeom prst="roundRect">
                <a:avLst>
                  <a:gd name="adj" fmla="val 11078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S Config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Rounded Rectangle 146">
                <a:extLst>
                  <a:ext uri="{FF2B5EF4-FFF2-40B4-BE49-F238E27FC236}">
                    <a16:creationId xmlns:a16="http://schemas.microsoft.com/office/drawing/2014/main" id="{E6EED6C8-C4E9-754F-E137-1C4D0CA24FE8}"/>
                  </a:ext>
                </a:extLst>
              </p:cNvPr>
              <p:cNvSpPr/>
              <p:nvPr/>
            </p:nvSpPr>
            <p:spPr>
              <a:xfrm>
                <a:off x="1730589" y="3847919"/>
                <a:ext cx="1271669" cy="274320"/>
              </a:xfrm>
              <a:prstGeom prst="roundRect">
                <a:avLst>
                  <a:gd name="adj" fmla="val 11078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S Sense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Rounded Rectangle 146">
                <a:extLst>
                  <a:ext uri="{FF2B5EF4-FFF2-40B4-BE49-F238E27FC236}">
                    <a16:creationId xmlns:a16="http://schemas.microsoft.com/office/drawing/2014/main" id="{62903B16-D5FF-0586-BFCB-34A9E956D142}"/>
                  </a:ext>
                </a:extLst>
              </p:cNvPr>
              <p:cNvSpPr/>
              <p:nvPr/>
            </p:nvSpPr>
            <p:spPr>
              <a:xfrm>
                <a:off x="3070733" y="3845115"/>
                <a:ext cx="1271669" cy="274320"/>
              </a:xfrm>
              <a:prstGeom prst="roundRect">
                <a:avLst>
                  <a:gd name="adj" fmla="val 11078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S File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Rounded Rectangle 146">
                <a:extLst>
                  <a:ext uri="{FF2B5EF4-FFF2-40B4-BE49-F238E27FC236}">
                    <a16:creationId xmlns:a16="http://schemas.microsoft.com/office/drawing/2014/main" id="{5CE57D5A-A57B-9AFB-0620-94F22BB60CD8}"/>
                  </a:ext>
                </a:extLst>
              </p:cNvPr>
              <p:cNvSpPr/>
              <p:nvPr/>
            </p:nvSpPr>
            <p:spPr>
              <a:xfrm>
                <a:off x="2366423" y="2840659"/>
                <a:ext cx="1840110" cy="274320"/>
              </a:xfrm>
              <a:prstGeom prst="roundRect">
                <a:avLst>
                  <a:gd name="adj" fmla="val 6869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S Notification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Rounded Rectangle 146">
                <a:extLst>
                  <a:ext uri="{FF2B5EF4-FFF2-40B4-BE49-F238E27FC236}">
                    <a16:creationId xmlns:a16="http://schemas.microsoft.com/office/drawing/2014/main" id="{7867F994-8F74-D2CF-3135-E1EBE61F2752}"/>
                  </a:ext>
                </a:extLst>
              </p:cNvPr>
              <p:cNvSpPr/>
              <p:nvPr/>
            </p:nvSpPr>
            <p:spPr>
              <a:xfrm>
                <a:off x="4270069" y="2840659"/>
                <a:ext cx="1343119" cy="274320"/>
              </a:xfrm>
              <a:prstGeom prst="roundRect">
                <a:avLst>
                  <a:gd name="adj" fmla="val 6869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accent1">
                        <a:lumMod val="50000"/>
                      </a:schemeClr>
                    </a:solidFill>
                    <a:latin typeface="Times New Roman" panose="02020603050405020304" pitchFamily="18" charset="0"/>
                    <a:ea typeface="Microsoft YaHei Light" panose="020B0502040204020203" pitchFamily="34" charset="-122"/>
                    <a:cs typeface="Times New Roman" panose="02020603050405020304" pitchFamily="18" charset="0"/>
                  </a:rPr>
                  <a:t>…</a:t>
                </a:r>
                <a:endParaRPr lang="en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0213BF4-DC33-3B9E-B513-A2D3DA291E8A}"/>
              </a:ext>
            </a:extLst>
          </p:cNvPr>
          <p:cNvGrpSpPr/>
          <p:nvPr/>
        </p:nvGrpSpPr>
        <p:grpSpPr>
          <a:xfrm>
            <a:off x="304799" y="1883706"/>
            <a:ext cx="5505450" cy="419317"/>
            <a:chOff x="304799" y="1860549"/>
            <a:chExt cx="5505450" cy="419317"/>
          </a:xfrm>
        </p:grpSpPr>
        <p:sp>
          <p:nvSpPr>
            <p:cNvPr id="40" name="Rounded Rectangle 146">
              <a:extLst>
                <a:ext uri="{FF2B5EF4-FFF2-40B4-BE49-F238E27FC236}">
                  <a16:creationId xmlns:a16="http://schemas.microsoft.com/office/drawing/2014/main" id="{A00F1830-C49F-6F86-4835-AA659EC647BE}"/>
                </a:ext>
              </a:extLst>
            </p:cNvPr>
            <p:cNvSpPr/>
            <p:nvPr/>
          </p:nvSpPr>
          <p:spPr>
            <a:xfrm>
              <a:off x="304799" y="1860549"/>
              <a:ext cx="5505450" cy="419317"/>
            </a:xfrm>
            <a:prstGeom prst="roundRect">
              <a:avLst>
                <a:gd name="adj" fmla="val 0"/>
              </a:avLst>
            </a:prstGeom>
            <a:solidFill>
              <a:srgbClr val="DAE3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2000" dirty="0">
                <a:solidFill>
                  <a:schemeClr val="accent1">
                    <a:lumMod val="50000"/>
                  </a:schemeClr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endParaRPr>
            </a:p>
          </p:txBody>
        </p:sp>
        <p:sp>
          <p:nvSpPr>
            <p:cNvPr id="41" name="Rounded Rectangle 146">
              <a:extLst>
                <a:ext uri="{FF2B5EF4-FFF2-40B4-BE49-F238E27FC236}">
                  <a16:creationId xmlns:a16="http://schemas.microsoft.com/office/drawing/2014/main" id="{C6B64328-BC39-6C27-BBDE-E431D0B83FE7}"/>
                </a:ext>
              </a:extLst>
            </p:cNvPr>
            <p:cNvSpPr/>
            <p:nvPr/>
          </p:nvSpPr>
          <p:spPr>
            <a:xfrm>
              <a:off x="411473" y="1933047"/>
              <a:ext cx="5292104" cy="274320"/>
            </a:xfrm>
            <a:prstGeom prst="roundRect">
              <a:avLst>
                <a:gd name="adj" fmla="val 11078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1400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Microsoft YaHei Light" panose="020B0502040204020203" pitchFamily="34" charset="-122"/>
                  <a:cs typeface="Times New Roman" panose="02020603050405020304" pitchFamily="18" charset="0"/>
                </a:rPr>
                <a:t>pplication Specific Code</a:t>
              </a:r>
              <a:endParaRPr lang="en-CN" sz="1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Microsoft YaHei Light" panose="020B0502040204020203" pitchFamily="34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7407663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5ce9348-be2a-462b-8fc0-e1765a9b204a}" enabled="0" method="" siteId="{15ce9348-be2a-462b-8fc0-e1765a9b20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1794</TotalTime>
  <Words>509</Words>
  <Application>Microsoft Office PowerPoint</Application>
  <PresentationFormat>Widescreen</PresentationFormat>
  <Paragraphs>254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Microsoft YaHei Light</vt:lpstr>
      <vt:lpstr>等线</vt:lpstr>
      <vt:lpstr>Aptos</vt:lpstr>
      <vt:lpstr>Arial</vt:lpstr>
      <vt:lpstr>Calibri</vt:lpstr>
      <vt:lpstr>Times New Roman</vt:lpstr>
      <vt:lpstr>Wingdings</vt:lpstr>
      <vt:lpstr>WPS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cswoffice</dc:creator>
  <cp:lastModifiedBy>#CUI SHUAIWEN#</cp:lastModifiedBy>
  <cp:revision>78</cp:revision>
  <dcterms:created xsi:type="dcterms:W3CDTF">2023-08-09T12:44:55Z</dcterms:created>
  <dcterms:modified xsi:type="dcterms:W3CDTF">2026-09-29T12:08:06Z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